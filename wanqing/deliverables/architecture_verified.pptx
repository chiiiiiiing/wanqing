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d171be277e4717" /><Relationship Type="http://schemas.openxmlformats.org/officeDocument/2006/relationships/extended-properties" Target="/docProps/app.xml" Id="Rd3d5cc29636d4d2b" /><Relationship Type="http://schemas.openxmlformats.org/officeDocument/2006/relationships/officeDocument" Target="/ppt/presentation.xml" Id="R150b8bf8d39546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ded68291784672"/>
  </p:sldMasterIdLst>
  <p:notesMasterIdLst>
    <p:notesMasterId xmlns:r="http://schemas.openxmlformats.org/officeDocument/2006/relationships" r:id="Ra3ecd59dbbdf400a"/>
  </p:notesMasterIdLst>
  <p:sldIdLst>
    <p:sldId xmlns:r="http://schemas.openxmlformats.org/officeDocument/2006/relationships" id="256" r:id="R1f90deec93ca49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09cd44bb5e4bf6" /><Relationship Type="http://schemas.openxmlformats.org/officeDocument/2006/relationships/slideMaster" Target="/ppt/slideMasters/slideMaster1.xml" Id="Rb0ded68291784672" /><Relationship Type="http://schemas.openxmlformats.org/officeDocument/2006/relationships/notesMaster" Target="/ppt/notesMasters/notesMaster1.xml" Id="Ra3ecd59dbbdf400a" /><Relationship Type="http://schemas.openxmlformats.org/officeDocument/2006/relationships/presProps" Target="/ppt/presProps.xml" Id="R9bf93bdf03b04b92" /><Relationship Type="http://schemas.openxmlformats.org/officeDocument/2006/relationships/tableStyles" Target="/ppt/tableStyles.xml" Id="Ra04647a11e85407c" /><Relationship Type="http://schemas.openxmlformats.org/officeDocument/2006/relationships/slide" Target="/ppt/slides/slide1.xml" Id="R1f90deec93ca49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e949855b5a4a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b7eb36524a45c5" /><Relationship Type="http://schemas.openxmlformats.org/officeDocument/2006/relationships/notesMaster" Target="/ppt/notesMasters/notesMaster1.xml" Id="Rfe40f9b31c8148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/Users/nibelung/Desktop/VentureD/Agent_link/boards/rorolee-basic/rorolee_basic.cc</a:t>
            </a:r>
          </a:p>
          <a:p xmlns:a="http://schemas.openxmlformats.org/drawingml/2006/main">
            <a:r>
              <a:t>- /Users/nibelung/Desktop/VentureD/Agent_link/boards/rorolee-basic/config.h</a:t>
            </a:r>
          </a:p>
          <a:p xmlns:a="http://schemas.openxmlformats.org/drawingml/2006/main">
            <a:r>
              <a:t>- /Users/nibelung/Desktop/VentureD/Agent_link/main/app_main.cpp</a:t>
            </a:r>
          </a:p>
          <a:p xmlns:a="http://schemas.openxmlformats.org/drawingml/2006/main">
            <a:r>
              <a:t>- /Users/nibelung/Desktop/VentureD/Agent_link/boards/common/device_protocol.cc</a:t>
            </a:r>
          </a:p>
          <a:p xmlns:a="http://schemas.openxmlformats.org/drawingml/2006/main">
            <a:r>
              <a:t>- /Users/nibelung/Desktop/VentureD/Agent_link/components/agent_link/README.md</a:t>
            </a:r>
          </a:p>
          <a:p xmlns:a="http://schemas.openxmlformats.org/drawingml/2006/main">
            <a:r>
              <a:t>- /Users/nibelung/Desktop/VentureD/wanqing/bridge/claude-bridge</a:t>
            </a:r>
          </a:p>
          <a:p xmlns:a="http://schemas.openxmlformats.org/drawingml/2006/main">
            <a:r>
              <a:t>- /Users/nibelung/Desktop/VentureD/wanqing/bridge/reminder-pusher</a:t>
            </a:r>
          </a:p>
          <a:p xmlns:a="http://schemas.openxmlformats.org/drawingml/2006/main">
            <a:r>
              <a:t>- /Users/nibelung/Desktop/VentureD/wanqing/backend/mcp_server.py</a:t>
            </a:r>
          </a:p>
          <a:p xmlns:a="http://schemas.openxmlformats.org/drawingml/2006/main">
            <a:r>
              <a:t>- /Users/nibelung/Desktop/VentureD/wanqing/backend/models/database.py</a:t>
            </a:r>
          </a:p>
          <a:p xmlns:a="http://schemas.openxmlformats.org/drawingml/2006/main">
            <a:r>
              <a:t>- /Users/nibelung/Desktop/VentureD/wanqing/prompts/system_prompt.md</a:t>
            </a:r>
          </a:p>
          <a:p xmlns:a="http://schemas.openxmlformats.org/drawingml/2006/main">
            <a:r>
              <a:t>- /Users/nibelung/Desktop/VentureD/wanqing/docs/ble_protocol_v1.md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459ca977b941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0f40c4c16a444b" /><Relationship Type="http://schemas.openxmlformats.org/officeDocument/2006/relationships/slideLayout" Target="/ppt/slideLayouts/slideLayout1.xml" Id="R49a183674b754c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a183674b754c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4a15f3bc244f5" /><Relationship Type="http://schemas.openxmlformats.org/officeDocument/2006/relationships/notesSlide" Target="/ppt/notesSlides/notesSlide1.xml" Id="R1d2dd0ece50342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title-1">
            <a:extLst xmlns:a="http://schemas.openxmlformats.org/drawingml/2006/main">
              <a:ext uri="{FF2B5EF4-FFF2-40B4-BE49-F238E27FC236}">
                <a16:creationId xmlns:a16="http://schemas.microsoft.com/office/drawing/2014/main" id="{3F548296-FE71-409A-BE33-63ADC8B3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19075"/>
            <a:ext cx="781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晚晴：一句话如何变成一次可执行提醒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FBA94887-6221-47F8-9010-15C7BF59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58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ROROLEE-Basic｜实线＝代码可追踪主链路 · 虚线＝结构化提醒端到端待验证</a:t>
            </a:r>
          </a:p>
        </p:txBody>
      </p:sp>
      <p:sp>
        <p:nvSpPr>
          <p:cNvPr id="3" name="title-rule-3">
            <a:extLst xmlns:a="http://schemas.openxmlformats.org/drawingml/2006/main">
              <a:ext uri="{FF2B5EF4-FFF2-40B4-BE49-F238E27FC236}">
                <a16:creationId xmlns:a16="http://schemas.microsoft.com/office/drawing/2014/main" id="{B96AEC8C-D952-4478-9CC4-725FB48A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57275"/>
            <a:ext cx="11430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legend-blue-4">
            <a:extLst xmlns:a="http://schemas.openxmlformats.org/drawingml/2006/main">
              <a:ext uri="{FF2B5EF4-FFF2-40B4-BE49-F238E27FC236}">
                <a16:creationId xmlns:a16="http://schemas.microsoft.com/office/drawing/2014/main" id="{3E6F3D22-B4D6-4E3F-B373-5012F840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3375"/>
            <a:ext cx="19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5" name="legend-blue-text-5">
            <a:extLst xmlns:a="http://schemas.openxmlformats.org/drawingml/2006/main">
              <a:ext uri="{FF2B5EF4-FFF2-40B4-BE49-F238E27FC236}">
                <a16:creationId xmlns:a16="http://schemas.microsoft.com/office/drawing/2014/main" id="{2FFEA742-A02F-4E08-BBEF-29FBEB83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8575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主办方提供</a:t>
            </a:r>
          </a:p>
        </p:txBody>
      </p:sp>
      <p:sp>
        <p:nvSpPr>
          <p:cNvPr id="6" name="legend-green-6">
            <a:extLst xmlns:a="http://schemas.openxmlformats.org/drawingml/2006/main">
              <a:ext uri="{FF2B5EF4-FFF2-40B4-BE49-F238E27FC236}">
                <a16:creationId xmlns:a16="http://schemas.microsoft.com/office/drawing/2014/main" id="{2463F837-60DA-4FD8-834D-096205E3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3375"/>
            <a:ext cx="19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7" name="legend-green-text-7">
            <a:extLst xmlns:a="http://schemas.openxmlformats.org/drawingml/2006/main">
              <a:ext uri="{FF2B5EF4-FFF2-40B4-BE49-F238E27FC236}">
                <a16:creationId xmlns:a16="http://schemas.microsoft.com/office/drawing/2014/main" id="{2DAF5B41-E0E9-416D-AC50-DE164583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857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596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059669"/>
                </a:solidFill>
                <a:latin typeface="PingFang SC"/>
                <a:ea typeface="PingFang SC"/>
                <a:cs typeface="PingFang SC"/>
              </a:rPr>
              <a:t>团队配置</a:t>
            </a:r>
          </a:p>
        </p:txBody>
      </p:sp>
      <p:sp>
        <p:nvSpPr>
          <p:cNvPr id="8" name="legend-orange-8">
            <a:extLst xmlns:a="http://schemas.openxmlformats.org/drawingml/2006/main">
              <a:ext uri="{FF2B5EF4-FFF2-40B4-BE49-F238E27FC236}">
                <a16:creationId xmlns:a16="http://schemas.microsoft.com/office/drawing/2014/main" id="{7F47A469-6BD0-4638-B1B1-AECA11A4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3375"/>
            <a:ext cx="19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EA580C"/>
            </a:solidFill>
            <a:prstDash val="solid"/>
          </a:ln>
        </p:spPr>
      </p:sp>
      <p:sp>
        <p:nvSpPr>
          <p:cNvPr id="9" name="legend-orange-text-9">
            <a:extLst xmlns:a="http://schemas.openxmlformats.org/drawingml/2006/main">
              <a:ext uri="{FF2B5EF4-FFF2-40B4-BE49-F238E27FC236}">
                <a16:creationId xmlns:a16="http://schemas.microsoft.com/office/drawing/2014/main" id="{762AA7A0-872E-4E34-B315-1C20738C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28575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团队自主开发</a:t>
            </a:r>
          </a:p>
        </p:txBody>
      </p:sp>
      <p:sp>
        <p:nvSpPr>
          <p:cNvPr id="10" name="stage-input-10">
            <a:extLst xmlns:a="http://schemas.openxmlformats.org/drawingml/2006/main">
              <a:ext uri="{FF2B5EF4-FFF2-40B4-BE49-F238E27FC236}">
                <a16:creationId xmlns:a16="http://schemas.microsoft.com/office/drawing/2014/main" id="{7ED370EB-74BF-456D-8E83-5B4D1401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09700"/>
            <a:ext cx="1619250" cy="27241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CBD5E1"/>
            </a:solidFill>
            <a:prstDash val="solid"/>
          </a:ln>
        </p:spPr>
      </p:sp>
      <p:sp>
        <p:nvSpPr>
          <p:cNvPr id="11" name="stage-device-11">
            <a:extLst xmlns:a="http://schemas.openxmlformats.org/drawingml/2006/main">
              <a:ext uri="{FF2B5EF4-FFF2-40B4-BE49-F238E27FC236}">
                <a16:creationId xmlns:a16="http://schemas.microsoft.com/office/drawing/2014/main" id="{4E79CE3C-EC9B-4388-B3EE-811895F1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409700"/>
            <a:ext cx="3000375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CBD5E1"/>
            </a:solidFill>
            <a:prstDash val="solid"/>
          </a:ln>
        </p:spPr>
      </p:sp>
      <p:sp>
        <p:nvSpPr>
          <p:cNvPr id="12" name="stage-connection-12">
            <a:extLst xmlns:a="http://schemas.openxmlformats.org/drawingml/2006/main">
              <a:ext uri="{FF2B5EF4-FFF2-40B4-BE49-F238E27FC236}">
                <a16:creationId xmlns:a16="http://schemas.microsoft.com/office/drawing/2014/main" id="{6CF4172D-E8A0-4119-9200-EDA5BF8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409700"/>
            <a:ext cx="2000250" cy="27241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CBD5E1"/>
            </a:solidFill>
            <a:prstDash val="solid"/>
          </a:ln>
        </p:spPr>
      </p:sp>
      <p:sp>
        <p:nvSpPr>
          <p:cNvPr id="13" name="stage-intelligence-13">
            <a:extLst xmlns:a="http://schemas.openxmlformats.org/drawingml/2006/main">
              <a:ext uri="{FF2B5EF4-FFF2-40B4-BE49-F238E27FC236}">
                <a16:creationId xmlns:a16="http://schemas.microsoft.com/office/drawing/2014/main" id="{A019C9C2-F29F-4D65-B408-CACA37F4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1409700"/>
            <a:ext cx="4105275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4288">
            <a:solidFill>
              <a:srgbClr val="CBD5E1"/>
            </a:solidFill>
            <a:prstDash val="solid"/>
          </a:ln>
        </p:spPr>
      </p:sp>
      <p:sp>
        <p:nvSpPr>
          <p:cNvPr id="14" name="stage-output-14">
            <a:extLst xmlns:a="http://schemas.openxmlformats.org/drawingml/2006/main">
              <a:ext uri="{FF2B5EF4-FFF2-40B4-BE49-F238E27FC236}">
                <a16:creationId xmlns:a16="http://schemas.microsoft.com/office/drawing/2014/main" id="{95C553DC-CB8C-4687-BC90-43051FF1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800600"/>
            <a:ext cx="47339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16193">
            <a:solidFill>
              <a:srgbClr val="A16207"/>
            </a:solidFill>
            <a:prstDash val="solid"/>
          </a:ln>
        </p:spPr>
      </p:sp>
      <p:sp>
        <p:nvSpPr>
          <p:cNvPr id="15" name="stage-mapping-15">
            <a:extLst xmlns:a="http://schemas.openxmlformats.org/drawingml/2006/main">
              <a:ext uri="{FF2B5EF4-FFF2-40B4-BE49-F238E27FC236}">
                <a16:creationId xmlns:a16="http://schemas.microsoft.com/office/drawing/2014/main" id="{03C7688F-5DC5-461D-9DC8-968266B1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800600"/>
            <a:ext cx="64389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BD5E1"/>
            </a:solidFill>
            <a:prstDash val="solid"/>
          </a:ln>
        </p:spPr>
      </p:sp>
      <p:cxnSp>
        <p:nvCxnSpPr>
          <p:cNvPr id="122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962150" y="27717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75569"/>
            </a:solidFill>
            <a:prstDash val="solid"/>
            <a:tailEnd type="triangle" w="med" len="med"/>
          </a:ln>
        </p:spPr>
      </p:cxnSp>
      <p:cxnSp>
        <p:nvCxnSpPr>
          <p:cNvPr id="123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76825" y="277177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75569"/>
            </a:solidFill>
            <a:prstDash val="solid"/>
            <a:tailEnd type="triangle" w="med" len="med"/>
          </a:ln>
        </p:spPr>
      </p:cxnSp>
      <p:cxnSp>
        <p:nvCxnSpPr>
          <p:cNvPr id="124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410450" y="277177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475569"/>
            </a:solidFill>
            <a:prstDash val="solid"/>
            <a:tailEnd type="triangle" w="med" len="med"/>
          </a:ln>
        </p:spPr>
      </p:cxnSp>
      <p:cxnSp>
        <p:nvCxnSpPr>
          <p:cNvPr id="125" name=""/>
          <p:cNvCxnSpPr>
            <a:stCxn xmlns:a="http://schemas.openxmlformats.org/drawingml/2006/main" id="13" idx="2"/>
            <a:endCxn xmlns:a="http://schemas.openxmlformats.org/drawingml/2006/main" id="11" idx="2"/>
          </p:cNvCxnSpPr>
          <p:nvPr/>
        </p:nvCxnSpPr>
        <p:spPr>
          <a:xfrm xmlns:a="http://schemas.openxmlformats.org/drawingml/2006/main" flipH="1">
            <a:off x="3576638" y="4133850"/>
            <a:ext cx="62198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563EB"/>
            </a:solidFill>
            <a:prstDash val="solid"/>
            <a:tailEnd type="triangle" w="med" len="med"/>
          </a:ln>
        </p:spPr>
      </p:cxnSp>
      <p:cxnSp>
        <p:nvCxnSpPr>
          <p:cNvPr id="126" name=""/>
          <p:cNvCxnSpPr>
            <a:stCxn xmlns:a="http://schemas.openxmlformats.org/drawingml/2006/main" id="11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2709863" y="4133850"/>
            <a:ext cx="866775" cy="666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A16207"/>
            </a:solidFill>
            <a:prstDash val="solid"/>
            <a:tailEnd type="triangle" w="med" len="med"/>
          </a:ln>
        </p:spPr>
      </p:cxnSp>
      <p:cxnSp>
        <p:nvCxnSpPr>
          <p:cNvPr id="127" name="pending-path-h-16"/>
          <p:cNvCxnSpPr/>
          <p:nvPr/>
        </p:nvCxnSpPr>
        <p:spPr>
          <a:xfrm xmlns:a="http://schemas.openxmlformats.org/drawingml/2006/main">
            <a:off x="4953000" y="4676775"/>
            <a:ext cx="4953000" cy="47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A580C"/>
            </a:solidFill>
            <a:prstDash val="dash"/>
          </a:ln>
        </p:spPr>
      </p:cxnSp>
      <p:cxnSp>
        <p:nvCxnSpPr>
          <p:cNvPr id="128" name="pending-path-v-17"/>
          <p:cNvCxnSpPr/>
          <p:nvPr/>
        </p:nvCxnSpPr>
        <p:spPr>
          <a:xfrm xmlns:a="http://schemas.openxmlformats.org/drawingml/2006/main">
            <a:off x="4953000" y="4676775"/>
            <a:ext cx="4763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A580C"/>
            </a:solidFill>
            <a:prstDash val="dash"/>
          </a:ln>
        </p:spPr>
      </p:cxnSp>
      <p:sp>
        <p:nvSpPr>
          <p:cNvPr id="23" name="pending-path-arrow-18">
            <a:extLst xmlns:a="http://schemas.openxmlformats.org/drawingml/2006/main">
              <a:ext uri="{FF2B5EF4-FFF2-40B4-BE49-F238E27FC236}">
                <a16:creationId xmlns:a16="http://schemas.microsoft.com/office/drawing/2014/main" id="{1547FE13-E95A-4F5A-980B-0AD70B26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14875"/>
            <a:ext cx="152400" cy="133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EA580C"/>
            </a:solidFill>
            <a:prstDash val="solid"/>
          </a:ln>
        </p:spPr>
      </p:sp>
      <p:sp>
        <p:nvSpPr>
          <p:cNvPr id="24" name="stage-title-01-19">
            <a:extLst xmlns:a="http://schemas.openxmlformats.org/drawingml/2006/main">
              <a:ext uri="{FF2B5EF4-FFF2-40B4-BE49-F238E27FC236}">
                <a16:creationId xmlns:a16="http://schemas.microsoft.com/office/drawing/2014/main" id="{376082D1-6DEA-4606-A08E-DD2EACEF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334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01  真实输入</a:t>
            </a:r>
          </a:p>
        </p:txBody>
      </p:sp>
      <p:sp>
        <p:nvSpPr>
          <p:cNvPr id="25" name="stage-title-02-20">
            <a:extLst xmlns:a="http://schemas.openxmlformats.org/drawingml/2006/main">
              <a:ext uri="{FF2B5EF4-FFF2-40B4-BE49-F238E27FC236}">
                <a16:creationId xmlns:a16="http://schemas.microsoft.com/office/drawing/2014/main" id="{6E60F942-010F-4C4D-A47F-2FEFC228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1334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02  ESP32 设备 + 能力层</a:t>
            </a:r>
          </a:p>
        </p:txBody>
      </p:sp>
      <p:sp>
        <p:nvSpPr>
          <p:cNvPr id="26" name="stage-title-03-21">
            <a:extLst xmlns:a="http://schemas.openxmlformats.org/drawingml/2006/main">
              <a:ext uri="{FF2B5EF4-FFF2-40B4-BE49-F238E27FC236}">
                <a16:creationId xmlns:a16="http://schemas.microsoft.com/office/drawing/2014/main" id="{48887A83-453B-4A55-91DF-AA2CF4FD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133475"/>
            <a:ext cx="1857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03  连接方式</a:t>
            </a:r>
          </a:p>
        </p:txBody>
      </p:sp>
      <p:sp>
        <p:nvSpPr>
          <p:cNvPr id="27" name="stage-title-04-22">
            <a:extLst xmlns:a="http://schemas.openxmlformats.org/drawingml/2006/main">
              <a:ext uri="{FF2B5EF4-FFF2-40B4-BE49-F238E27FC236}">
                <a16:creationId xmlns:a16="http://schemas.microsoft.com/office/drawing/2014/main" id="{1DBC97F2-C297-481F-ABBA-76F5DBC5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133475"/>
            <a:ext cx="3962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04  Agent / Tool 智能层</a:t>
            </a:r>
          </a:p>
        </p:txBody>
      </p:sp>
      <p:sp>
        <p:nvSpPr>
          <p:cNvPr id="28" name="gpio-label-bg-23">
            <a:extLst xmlns:a="http://schemas.openxmlformats.org/drawingml/2006/main">
              <a:ext uri="{FF2B5EF4-FFF2-40B4-BE49-F238E27FC236}">
                <a16:creationId xmlns:a16="http://schemas.microsoft.com/office/drawing/2014/main" id="{6C236BC9-0E5C-467D-9B9D-927429AC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952625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gpio-label-24">
            <a:extLst xmlns:a="http://schemas.openxmlformats.org/drawingml/2006/main">
              <a:ext uri="{FF2B5EF4-FFF2-40B4-BE49-F238E27FC236}">
                <a16:creationId xmlns:a16="http://schemas.microsoft.com/office/drawing/2014/main" id="{C74BFDF9-71B9-4165-B9EA-953254DA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9526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GPIO /</a:t>
            </a:r>
          </a:p>
          <a:p xmlns:a="http://schemas.openxmlformats.org/drawingml/2006/main">
            <a:pPr algn="ctr">
              <a:def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I²S</a:t>
            </a:r>
          </a:p>
        </p:txBody>
      </p:sp>
      <p:sp>
        <p:nvSpPr>
          <p:cNvPr id="30" name="ble-label-bg-25">
            <a:extLst xmlns:a="http://schemas.openxmlformats.org/drawingml/2006/main">
              <a:ext uri="{FF2B5EF4-FFF2-40B4-BE49-F238E27FC236}">
                <a16:creationId xmlns:a16="http://schemas.microsoft.com/office/drawing/2014/main" id="{C5B01E05-3370-4960-AAF6-D6BB1216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952625"/>
            <a:ext cx="581025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1" name="ble-label-26">
            <a:extLst xmlns:a="http://schemas.openxmlformats.org/drawingml/2006/main">
              <a:ext uri="{FF2B5EF4-FFF2-40B4-BE49-F238E27FC236}">
                <a16:creationId xmlns:a16="http://schemas.microsoft.com/office/drawing/2014/main" id="{EEC73907-8172-411B-A8C1-3A5BCCF4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952625"/>
            <a:ext cx="5619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0x40 ↑</a:t>
            </a:r>
          </a:p>
          <a:p xmlns:a="http://schemas.openxmlformats.org/drawingml/2006/main">
            <a:pPr algn="ctr">
              <a:def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TTS/0x70 ↓</a:t>
            </a:r>
          </a:p>
        </p:txBody>
      </p:sp>
      <p:sp>
        <p:nvSpPr>
          <p:cNvPr id="32" name="http-label-bg-27">
            <a:extLst xmlns:a="http://schemas.openxmlformats.org/drawingml/2006/main">
              <a:ext uri="{FF2B5EF4-FFF2-40B4-BE49-F238E27FC236}">
                <a16:creationId xmlns:a16="http://schemas.microsoft.com/office/drawing/2014/main" id="{64F34AE2-2614-4B15-8612-2CEAAA76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1952625"/>
            <a:ext cx="5524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3" name="http-label-28">
            <a:extLst xmlns:a="http://schemas.openxmlformats.org/drawingml/2006/main">
              <a:ext uri="{FF2B5EF4-FFF2-40B4-BE49-F238E27FC236}">
                <a16:creationId xmlns:a16="http://schemas.microsoft.com/office/drawing/2014/main" id="{AB4DA27D-42C3-4EFF-8CCD-12DFBFEE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52625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HTTPS</a:t>
            </a:r>
          </a:p>
          <a:p xmlns:a="http://schemas.openxmlformats.org/drawingml/2006/main">
            <a:pPr algn="ctr">
              <a:def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NDJSON</a:t>
            </a:r>
          </a:p>
        </p:txBody>
      </p:sp>
      <p:sp>
        <p:nvSpPr>
          <p:cNvPr id="34" name="return-label-bg-29">
            <a:extLst xmlns:a="http://schemas.openxmlformats.org/drawingml/2006/main">
              <a:ext uri="{FF2B5EF4-FFF2-40B4-BE49-F238E27FC236}">
                <a16:creationId xmlns:a16="http://schemas.microsoft.com/office/drawing/2014/main" id="{89256D5B-FB3A-4C6F-91C8-FF991C36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57675"/>
            <a:ext cx="40386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5" name="return-label-30">
            <a:extLst xmlns:a="http://schemas.openxmlformats.org/drawingml/2006/main">
              <a:ext uri="{FF2B5EF4-FFF2-40B4-BE49-F238E27FC236}">
                <a16:creationId xmlns:a16="http://schemas.microsoft.com/office/drawing/2014/main" id="{76D459A5-5E84-4F35-86A4-93BDAD75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26720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下行：Agent / 到点提醒 → App → BLE → ESP32</a:t>
            </a:r>
          </a:p>
        </p:txBody>
      </p:sp>
      <p:sp>
        <p:nvSpPr>
          <p:cNvPr id="36" name="pending-label-bg-31">
            <a:extLst xmlns:a="http://schemas.openxmlformats.org/drawingml/2006/main">
              <a:ext uri="{FF2B5EF4-FFF2-40B4-BE49-F238E27FC236}">
                <a16:creationId xmlns:a16="http://schemas.microsoft.com/office/drawing/2014/main" id="{6A9D6C3D-2E82-45B3-8D41-901D4ABF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32766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7" name="pending-label-32">
            <a:extLst xmlns:a="http://schemas.openxmlformats.org/drawingml/2006/main">
              <a:ext uri="{FF2B5EF4-FFF2-40B4-BE49-F238E27FC236}">
                <a16:creationId xmlns:a16="http://schemas.microsoft.com/office/drawing/2014/main" id="{408DB57C-E90C-47B0-9666-74FF5E65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5148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A580C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EA580C"/>
                </a:solidFill>
                <a:latin typeface="PingFang SC"/>
                <a:ea typeface="PingFang SC"/>
                <a:cs typeface="PingFang SC"/>
              </a:rPr>
              <a:t>虚线：0x70 reminder 专属 UI / 三连振（App 待验）</a:t>
            </a:r>
          </a:p>
        </p:txBody>
      </p:sp>
      <p:sp>
        <p:nvSpPr>
          <p:cNvPr id="38" name="input-body-33">
            <a:extLst xmlns:a="http://schemas.openxmlformats.org/drawingml/2006/main">
              <a:ext uri="{FF2B5EF4-FFF2-40B4-BE49-F238E27FC236}">
                <a16:creationId xmlns:a16="http://schemas.microsoft.com/office/drawing/2014/main" id="{F6A4AFAC-51E1-443A-BD7F-80AE06E8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13525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BOOT（GPIO0）</a:t>
            </a:r>
          </a:p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按住说话，松开结束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ES7210 双麦</a:t>
            </a:r>
          </a:p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16 kHz PCM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音量±（39 / 40）</a:t>
            </a:r>
          </a:p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BQ27220 电量/充电</a:t>
            </a:r>
          </a:p>
        </p:txBody>
      </p:sp>
      <p:sp>
        <p:nvSpPr>
          <p:cNvPr id="39" name="module-ROROLEE-Basic-34">
            <a:extLst xmlns:a="http://schemas.openxmlformats.org/drawingml/2006/main">
              <a:ext uri="{FF2B5EF4-FFF2-40B4-BE49-F238E27FC236}">
                <a16:creationId xmlns:a16="http://schemas.microsoft.com/office/drawing/2014/main" id="{EE634A32-D6FD-4A95-9B58-25C8D5F7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524000"/>
            <a:ext cx="2771775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40" name="module-title-ROROLEE-Basic-35">
            <a:extLst xmlns:a="http://schemas.openxmlformats.org/drawingml/2006/main">
              <a:ext uri="{FF2B5EF4-FFF2-40B4-BE49-F238E27FC236}">
                <a16:creationId xmlns:a16="http://schemas.microsoft.com/office/drawing/2014/main" id="{76AB1AB7-449F-4A90-9094-D476383D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590675"/>
            <a:ext cx="1990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ROROLEE-Basic</a:t>
            </a:r>
          </a:p>
        </p:txBody>
      </p:sp>
      <p:sp>
        <p:nvSpPr>
          <p:cNvPr id="41" name="badge-提供-36">
            <a:extLst xmlns:a="http://schemas.openxmlformats.org/drawingml/2006/main">
              <a:ext uri="{FF2B5EF4-FFF2-40B4-BE49-F238E27FC236}">
                <a16:creationId xmlns:a16="http://schemas.microsoft.com/office/drawing/2014/main" id="{589276F9-801E-4CF4-BB93-8E8D3C1F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00200"/>
            <a:ext cx="5143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2" name="badge-text-提供-37">
            <a:extLst xmlns:a="http://schemas.openxmlformats.org/drawingml/2006/main">
              <a:ext uri="{FF2B5EF4-FFF2-40B4-BE49-F238E27FC236}">
                <a16:creationId xmlns:a16="http://schemas.microsoft.com/office/drawing/2014/main" id="{B3F8EE75-75E2-4B7D-AFE8-77F81B60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002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提供</a:t>
            </a:r>
          </a:p>
        </p:txBody>
      </p:sp>
      <p:sp>
        <p:nvSpPr>
          <p:cNvPr id="43" name="module-body-ROROLEE-Basic-38">
            <a:extLst xmlns:a="http://schemas.openxmlformats.org/drawingml/2006/main">
              <a:ext uri="{FF2B5EF4-FFF2-40B4-BE49-F238E27FC236}">
                <a16:creationId xmlns:a16="http://schemas.microsoft.com/office/drawing/2014/main" id="{E7041F40-C6A8-40A0-92BE-0AE6C1E3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47850"/>
            <a:ext cx="25431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ESP32-S3 · ES7210 / ES8311 · SH8501 · BQ27220 · 震动马达</a:t>
            </a:r>
          </a:p>
        </p:txBody>
      </p:sp>
      <p:sp>
        <p:nvSpPr>
          <p:cNvPr id="44" name="module-板级固件 / 0x70-39">
            <a:extLst xmlns:a="http://schemas.openxmlformats.org/drawingml/2006/main">
              <a:ext uri="{FF2B5EF4-FFF2-40B4-BE49-F238E27FC236}">
                <a16:creationId xmlns:a16="http://schemas.microsoft.com/office/drawing/2014/main" id="{C7BF848C-8522-4244-A14A-EAA9A30F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324100"/>
            <a:ext cx="2771775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EA580C"/>
            </a:solidFill>
            <a:prstDash val="solid"/>
          </a:ln>
        </p:spPr>
      </p:sp>
      <p:sp>
        <p:nvSpPr>
          <p:cNvPr id="45" name="module-title-板级固件 / 0x70-40">
            <a:extLst xmlns:a="http://schemas.openxmlformats.org/drawingml/2006/main">
              <a:ext uri="{FF2B5EF4-FFF2-40B4-BE49-F238E27FC236}">
                <a16:creationId xmlns:a16="http://schemas.microsoft.com/office/drawing/2014/main" id="{56740507-342B-4C0A-AD61-C9F8AD38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90775"/>
            <a:ext cx="1990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板级固件 / 0x70</a:t>
            </a:r>
          </a:p>
        </p:txBody>
      </p:sp>
      <p:sp>
        <p:nvSpPr>
          <p:cNvPr id="46" name="badge-自研-41">
            <a:extLst xmlns:a="http://schemas.openxmlformats.org/drawingml/2006/main">
              <a:ext uri="{FF2B5EF4-FFF2-40B4-BE49-F238E27FC236}">
                <a16:creationId xmlns:a16="http://schemas.microsoft.com/office/drawing/2014/main" id="{DA78F8EC-3DC7-44F0-A00D-BA2734D6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400300"/>
            <a:ext cx="5143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EA580C"/>
            </a:solidFill>
            <a:prstDash val="solid"/>
          </a:ln>
        </p:spPr>
      </p:sp>
      <p:sp>
        <p:nvSpPr>
          <p:cNvPr id="47" name="badge-text-自研-42">
            <a:extLst xmlns:a="http://schemas.openxmlformats.org/drawingml/2006/main">
              <a:ext uri="{FF2B5EF4-FFF2-40B4-BE49-F238E27FC236}">
                <a16:creationId xmlns:a16="http://schemas.microsoft.com/office/drawing/2014/main" id="{3BF2336F-71FB-4912-8CDA-2BB62ED7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003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自研</a:t>
            </a:r>
          </a:p>
        </p:txBody>
      </p:sp>
      <p:sp>
        <p:nvSpPr>
          <p:cNvPr id="48" name="module-body-板级固件 / 0x70-43">
            <a:extLst xmlns:a="http://schemas.openxmlformats.org/drawingml/2006/main">
              <a:ext uri="{FF2B5EF4-FFF2-40B4-BE49-F238E27FC236}">
                <a16:creationId xmlns:a16="http://schemas.microsoft.com/office/drawing/2014/main" id="{7A81D9C3-1B00-4340-854D-19666691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47950"/>
            <a:ext cx="25431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PTT 采集 / 音频队列 · 11 状态表情</a:t>
            </a:r>
          </a:p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触觉模式 · 电量轮询 · JSON → Board 动作</a:t>
            </a:r>
          </a:p>
        </p:txBody>
      </p:sp>
      <p:sp>
        <p:nvSpPr>
          <p:cNvPr id="49" name="module-agent_link SDK-44">
            <a:extLst xmlns:a="http://schemas.openxmlformats.org/drawingml/2006/main">
              <a:ext uri="{FF2B5EF4-FFF2-40B4-BE49-F238E27FC236}">
                <a16:creationId xmlns:a16="http://schemas.microsoft.com/office/drawing/2014/main" id="{8CB0AAF9-94BA-41CE-AED4-5D69FA0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90900"/>
            <a:ext cx="27717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50" name="module-title-agent_link SDK-45">
            <a:extLst xmlns:a="http://schemas.openxmlformats.org/drawingml/2006/main">
              <a:ext uri="{FF2B5EF4-FFF2-40B4-BE49-F238E27FC236}">
                <a16:creationId xmlns:a16="http://schemas.microsoft.com/office/drawing/2014/main" id="{4A37F249-CD38-49CA-8FC5-CA030DD4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57575"/>
            <a:ext cx="1990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agent_link SDK</a:t>
            </a:r>
          </a:p>
        </p:txBody>
      </p:sp>
      <p:sp>
        <p:nvSpPr>
          <p:cNvPr id="51" name="badge-提供-46">
            <a:extLst xmlns:a="http://schemas.openxmlformats.org/drawingml/2006/main">
              <a:ext uri="{FF2B5EF4-FFF2-40B4-BE49-F238E27FC236}">
                <a16:creationId xmlns:a16="http://schemas.microsoft.com/office/drawing/2014/main" id="{8279CA6E-662B-4B49-B46A-6BC80D02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467100"/>
            <a:ext cx="5143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2" name="badge-text-提供-47">
            <a:extLst xmlns:a="http://schemas.openxmlformats.org/drawingml/2006/main">
              <a:ext uri="{FF2B5EF4-FFF2-40B4-BE49-F238E27FC236}">
                <a16:creationId xmlns:a16="http://schemas.microsoft.com/office/drawing/2014/main" id="{64DEC4F9-E565-427C-AAB8-334F1972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67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提供</a:t>
            </a:r>
          </a:p>
        </p:txBody>
      </p:sp>
      <p:sp>
        <p:nvSpPr>
          <p:cNvPr id="53" name="module-body-agent_link SDK-48">
            <a:extLst xmlns:a="http://schemas.openxmlformats.org/drawingml/2006/main">
              <a:ext uri="{FF2B5EF4-FFF2-40B4-BE49-F238E27FC236}">
                <a16:creationId xmlns:a16="http://schemas.microsoft.com/office/drawing/2014/main" id="{CD9482AF-0308-445B-9910-DAE668E9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14750"/>
            <a:ext cx="2543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push_voice ↑ · audio_out / custom ↓</a:t>
            </a:r>
          </a:p>
        </p:txBody>
      </p:sp>
      <p:sp>
        <p:nvSpPr>
          <p:cNvPr id="54" name="module-App + roro-49">
            <a:extLst xmlns:a="http://schemas.openxmlformats.org/drawingml/2006/main">
              <a:ext uri="{FF2B5EF4-FFF2-40B4-BE49-F238E27FC236}">
                <a16:creationId xmlns:a16="http://schemas.microsoft.com/office/drawing/2014/main" id="{086D6CD8-147D-4BAF-A3E6-5B535598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524000"/>
            <a:ext cx="177165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55" name="module-title-App + roro-50">
            <a:extLst xmlns:a="http://schemas.openxmlformats.org/drawingml/2006/main">
              <a:ext uri="{FF2B5EF4-FFF2-40B4-BE49-F238E27FC236}">
                <a16:creationId xmlns:a16="http://schemas.microsoft.com/office/drawing/2014/main" id="{99D5A0DE-81FC-496A-915A-8F9FF9C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5906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App + roro</a:t>
            </a:r>
          </a:p>
        </p:txBody>
      </p:sp>
      <p:sp>
        <p:nvSpPr>
          <p:cNvPr id="56" name="badge-提供-51">
            <a:extLst xmlns:a="http://schemas.openxmlformats.org/drawingml/2006/main">
              <a:ext uri="{FF2B5EF4-FFF2-40B4-BE49-F238E27FC236}">
                <a16:creationId xmlns:a16="http://schemas.microsoft.com/office/drawing/2014/main" id="{CAEA1C65-510C-4612-8BC5-6C638A33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00200"/>
            <a:ext cx="4572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7" name="badge-text-提供-52">
            <a:extLst xmlns:a="http://schemas.openxmlformats.org/drawingml/2006/main">
              <a:ext uri="{FF2B5EF4-FFF2-40B4-BE49-F238E27FC236}">
                <a16:creationId xmlns:a16="http://schemas.microsoft.com/office/drawing/2014/main" id="{6E8B9CC5-43D9-4ACE-A84C-5FCA8A4C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6002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提供</a:t>
            </a:r>
          </a:p>
        </p:txBody>
      </p:sp>
      <p:sp>
        <p:nvSpPr>
          <p:cNvPr id="58" name="module-body-App + roro-53">
            <a:extLst xmlns:a="http://schemas.openxmlformats.org/drawingml/2006/main">
              <a:ext uri="{FF2B5EF4-FFF2-40B4-BE49-F238E27FC236}">
                <a16:creationId xmlns:a16="http://schemas.microsoft.com/office/drawing/2014/main" id="{FAD68AEC-715F-4791-91FF-CDE6113E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47850"/>
            <a:ext cx="1543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BLE 网关 · ASR / TTS</a:t>
            </a:r>
          </a:p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MQTT / 云中继</a:t>
            </a:r>
          </a:p>
        </p:txBody>
      </p:sp>
      <p:sp>
        <p:nvSpPr>
          <p:cNvPr id="59" name="module-Shim + Bridge-54">
            <a:extLst xmlns:a="http://schemas.openxmlformats.org/drawingml/2006/main">
              <a:ext uri="{FF2B5EF4-FFF2-40B4-BE49-F238E27FC236}">
                <a16:creationId xmlns:a16="http://schemas.microsoft.com/office/drawing/2014/main" id="{3B0B44A7-87B2-4EF5-97E3-056E8688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76500"/>
            <a:ext cx="17716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EA580C"/>
            </a:solidFill>
            <a:prstDash val="solid"/>
          </a:ln>
        </p:spPr>
      </p:sp>
      <p:sp>
        <p:nvSpPr>
          <p:cNvPr id="60" name="module-title-Shim + Bridge-55">
            <a:extLst xmlns:a="http://schemas.openxmlformats.org/drawingml/2006/main">
              <a:ext uri="{FF2B5EF4-FFF2-40B4-BE49-F238E27FC236}">
                <a16:creationId xmlns:a16="http://schemas.microsoft.com/office/drawing/2014/main" id="{CF27FA6A-B128-4802-A5A5-AEA22202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5431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Shim + Bridge</a:t>
            </a:r>
          </a:p>
        </p:txBody>
      </p:sp>
      <p:sp>
        <p:nvSpPr>
          <p:cNvPr id="61" name="badge-自研-56">
            <a:extLst xmlns:a="http://schemas.openxmlformats.org/drawingml/2006/main">
              <a:ext uri="{FF2B5EF4-FFF2-40B4-BE49-F238E27FC236}">
                <a16:creationId xmlns:a16="http://schemas.microsoft.com/office/drawing/2014/main" id="{9A6DF628-61DA-4795-B8C1-5459CE8D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52700"/>
            <a:ext cx="4572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EA580C"/>
            </a:solidFill>
            <a:prstDash val="solid"/>
          </a:ln>
        </p:spPr>
      </p:sp>
      <p:sp>
        <p:nvSpPr>
          <p:cNvPr id="62" name="badge-text-自研-57">
            <a:extLst xmlns:a="http://schemas.openxmlformats.org/drawingml/2006/main">
              <a:ext uri="{FF2B5EF4-FFF2-40B4-BE49-F238E27FC236}">
                <a16:creationId xmlns:a16="http://schemas.microsoft.com/office/drawing/2014/main" id="{792273FF-E1D5-4D1C-82C1-5CBBAC15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5527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自研</a:t>
            </a:r>
          </a:p>
        </p:txBody>
      </p:sp>
      <p:sp>
        <p:nvSpPr>
          <p:cNvPr id="63" name="module-body-Shim + Bridge-58">
            <a:extLst xmlns:a="http://schemas.openxmlformats.org/drawingml/2006/main">
              <a:ext uri="{FF2B5EF4-FFF2-40B4-BE49-F238E27FC236}">
                <a16:creationId xmlns:a16="http://schemas.microsoft.com/office/drawing/2014/main" id="{1E19F69A-F80E-4792-97B3-B1A01EF1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800350"/>
            <a:ext cx="1543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PTY 兼容 · Session / Turn</a:t>
            </a:r>
          </a:p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NDJSON → 回复</a:t>
            </a:r>
          </a:p>
        </p:txBody>
      </p:sp>
      <p:sp>
        <p:nvSpPr>
          <p:cNvPr id="64" name="module-链路配置-59">
            <a:extLst xmlns:a="http://schemas.openxmlformats.org/drawingml/2006/main">
              <a:ext uri="{FF2B5EF4-FFF2-40B4-BE49-F238E27FC236}">
                <a16:creationId xmlns:a16="http://schemas.microsoft.com/office/drawing/2014/main" id="{0A222F17-F97F-4A96-A704-063ABEE1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76625"/>
            <a:ext cx="177165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65" name="module-title-链路配置-60">
            <a:extLst xmlns:a="http://schemas.openxmlformats.org/drawingml/2006/main">
              <a:ext uri="{FF2B5EF4-FFF2-40B4-BE49-F238E27FC236}">
                <a16:creationId xmlns:a16="http://schemas.microsoft.com/office/drawing/2014/main" id="{9255931B-3EC0-474F-B716-D7BCE331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543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链路配置</a:t>
            </a:r>
          </a:p>
        </p:txBody>
      </p:sp>
      <p:sp>
        <p:nvSpPr>
          <p:cNvPr id="66" name="badge-配置-61">
            <a:extLst xmlns:a="http://schemas.openxmlformats.org/drawingml/2006/main">
              <a:ext uri="{FF2B5EF4-FFF2-40B4-BE49-F238E27FC236}">
                <a16:creationId xmlns:a16="http://schemas.microsoft.com/office/drawing/2014/main" id="{491BA067-E59E-42E2-B258-7736BCDC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52825"/>
            <a:ext cx="4572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7" name="badge-text-配置-62">
            <a:extLst xmlns:a="http://schemas.openxmlformats.org/drawingml/2006/main">
              <a:ext uri="{FF2B5EF4-FFF2-40B4-BE49-F238E27FC236}">
                <a16:creationId xmlns:a16="http://schemas.microsoft.com/office/drawing/2014/main" id="{BCC8DA01-B79A-48F7-847F-15876482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5528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配置</a:t>
            </a:r>
          </a:p>
        </p:txBody>
      </p:sp>
      <p:sp>
        <p:nvSpPr>
          <p:cNvPr id="68" name="module-body-链路配置-63">
            <a:extLst xmlns:a="http://schemas.openxmlformats.org/drawingml/2006/main">
              <a:ext uri="{FF2B5EF4-FFF2-40B4-BE49-F238E27FC236}">
                <a16:creationId xmlns:a16="http://schemas.microsoft.com/office/drawing/2014/main" id="{177FFEB4-9E34-4214-9E50-D2284E28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800475"/>
            <a:ext cx="1543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BLE v1 · Agent / MCP</a:t>
            </a:r>
          </a:p>
        </p:txBody>
      </p:sp>
      <p:sp>
        <p:nvSpPr>
          <p:cNvPr id="69" name="module-TiDB Agent Stack · 晚晴 Agent-64">
            <a:extLst xmlns:a="http://schemas.openxmlformats.org/drawingml/2006/main">
              <a:ext uri="{FF2B5EF4-FFF2-40B4-BE49-F238E27FC236}">
                <a16:creationId xmlns:a16="http://schemas.microsoft.com/office/drawing/2014/main" id="{DE0D62CF-F166-4778-BEDD-6BF65C79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24000"/>
            <a:ext cx="3876675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70" name="module-title-TiDB Agent Stack · 晚晴 Agent-65">
            <a:extLst xmlns:a="http://schemas.openxmlformats.org/drawingml/2006/main">
              <a:ext uri="{FF2B5EF4-FFF2-40B4-BE49-F238E27FC236}">
                <a16:creationId xmlns:a16="http://schemas.microsoft.com/office/drawing/2014/main" id="{5737D409-CB0D-4556-A897-FC0920A9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590675"/>
            <a:ext cx="28670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TiDB Agent Stack · 晚晴 Agent</a:t>
            </a:r>
          </a:p>
        </p:txBody>
      </p:sp>
      <p:sp>
        <p:nvSpPr>
          <p:cNvPr id="71" name="badge-团队配置-66">
            <a:extLst xmlns:a="http://schemas.openxmlformats.org/drawingml/2006/main">
              <a:ext uri="{FF2B5EF4-FFF2-40B4-BE49-F238E27FC236}">
                <a16:creationId xmlns:a16="http://schemas.microsoft.com/office/drawing/2014/main" id="{6CC580FE-9D8C-44EF-AF13-1AB9D284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1600200"/>
            <a:ext cx="7429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72" name="badge-text-团队配置-67">
            <a:extLst xmlns:a="http://schemas.openxmlformats.org/drawingml/2006/main">
              <a:ext uri="{FF2B5EF4-FFF2-40B4-BE49-F238E27FC236}">
                <a16:creationId xmlns:a16="http://schemas.microsoft.com/office/drawing/2014/main" id="{617961A8-3BB5-4D16-947D-5A8FFDAA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16002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团队配置</a:t>
            </a:r>
          </a:p>
        </p:txBody>
      </p:sp>
      <p:sp>
        <p:nvSpPr>
          <p:cNvPr id="73" name="module-body-TiDB Agent Stack · 晚晴 Agent-68">
            <a:extLst xmlns:a="http://schemas.openxmlformats.org/drawingml/2006/main">
              <a:ext uri="{FF2B5EF4-FFF2-40B4-BE49-F238E27FC236}">
                <a16:creationId xmlns:a16="http://schemas.microsoft.com/office/drawing/2014/main" id="{2C6D45E8-BB4B-442D-AB0A-71EDEBD0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847850"/>
            <a:ext cx="36480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qwen3.7-plus · Session 上下文 · Scheduler</a:t>
            </a:r>
          </a:p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Prompt：适老语气 / 时间解析 / 最小追问</a:t>
            </a:r>
          </a:p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Skill：主链路未单独启用（Prompt + MCP）</a:t>
            </a:r>
          </a:p>
        </p:txBody>
      </p:sp>
      <p:sp>
        <p:nvSpPr>
          <p:cNvPr id="74" name="module-MCP · 5 Tools-69">
            <a:extLst xmlns:a="http://schemas.openxmlformats.org/drawingml/2006/main">
              <a:ext uri="{FF2B5EF4-FFF2-40B4-BE49-F238E27FC236}">
                <a16:creationId xmlns:a16="http://schemas.microsoft.com/office/drawing/2014/main" id="{261B3C5B-67E9-435A-9DF1-AA403729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590800"/>
            <a:ext cx="224790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EA580C"/>
            </a:solidFill>
            <a:prstDash val="solid"/>
          </a:ln>
        </p:spPr>
      </p:sp>
      <p:sp>
        <p:nvSpPr>
          <p:cNvPr id="75" name="module-title-MCP · 5 Tools-70">
            <a:extLst xmlns:a="http://schemas.openxmlformats.org/drawingml/2006/main">
              <a:ext uri="{FF2B5EF4-FFF2-40B4-BE49-F238E27FC236}">
                <a16:creationId xmlns:a16="http://schemas.microsoft.com/office/drawing/2014/main" id="{B6B52B01-43D4-4191-B516-3D228E4A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6574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MCP · 5 Tools</a:t>
            </a:r>
          </a:p>
        </p:txBody>
      </p:sp>
      <p:sp>
        <p:nvSpPr>
          <p:cNvPr id="76" name="badge-自研-71">
            <a:extLst xmlns:a="http://schemas.openxmlformats.org/drawingml/2006/main">
              <a:ext uri="{FF2B5EF4-FFF2-40B4-BE49-F238E27FC236}">
                <a16:creationId xmlns:a16="http://schemas.microsoft.com/office/drawing/2014/main" id="{8860F6A4-07D4-450A-A0BE-EBEF59FC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667000"/>
            <a:ext cx="4572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EA580C"/>
            </a:solidFill>
            <a:prstDash val="solid"/>
          </a:ln>
        </p:spPr>
      </p:sp>
      <p:sp>
        <p:nvSpPr>
          <p:cNvPr id="77" name="badge-text-自研-72">
            <a:extLst xmlns:a="http://schemas.openxmlformats.org/drawingml/2006/main">
              <a:ext uri="{FF2B5EF4-FFF2-40B4-BE49-F238E27FC236}">
                <a16:creationId xmlns:a16="http://schemas.microsoft.com/office/drawing/2014/main" id="{D609832F-A69A-4374-B826-327367DE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670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自研</a:t>
            </a:r>
          </a:p>
        </p:txBody>
      </p:sp>
      <p:sp>
        <p:nvSpPr>
          <p:cNvPr id="78" name="module-body-MCP · 5 Tools-73">
            <a:extLst xmlns:a="http://schemas.openxmlformats.org/drawingml/2006/main">
              <a:ext uri="{FF2B5EF4-FFF2-40B4-BE49-F238E27FC236}">
                <a16:creationId xmlns:a16="http://schemas.microsoft.com/office/drawing/2014/main" id="{19064033-FCF2-4B95-9BC8-666C587D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14650"/>
            <a:ext cx="20193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create_task / note / query</a:t>
            </a:r>
          </a:p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complete / delay</a:t>
            </a:r>
          </a:p>
        </p:txBody>
      </p:sp>
      <p:sp>
        <p:nvSpPr>
          <p:cNvPr id="79" name="module-SQLite-74">
            <a:extLst xmlns:a="http://schemas.openxmlformats.org/drawingml/2006/main">
              <a:ext uri="{FF2B5EF4-FFF2-40B4-BE49-F238E27FC236}">
                <a16:creationId xmlns:a16="http://schemas.microsoft.com/office/drawing/2014/main" id="{0AEF18FE-DFB1-4E4F-8C30-9801CC2B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590800"/>
            <a:ext cx="154305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EA580C"/>
            </a:solidFill>
            <a:prstDash val="solid"/>
          </a:ln>
        </p:spPr>
      </p:sp>
      <p:sp>
        <p:nvSpPr>
          <p:cNvPr id="80" name="module-title-SQLite-75">
            <a:extLst xmlns:a="http://schemas.openxmlformats.org/drawingml/2006/main">
              <a:ext uri="{FF2B5EF4-FFF2-40B4-BE49-F238E27FC236}">
                <a16:creationId xmlns:a16="http://schemas.microsoft.com/office/drawing/2014/main" id="{9D721787-3A61-45FD-8501-2C03790C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6574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SQLite</a:t>
            </a:r>
          </a:p>
        </p:txBody>
      </p:sp>
      <p:sp>
        <p:nvSpPr>
          <p:cNvPr id="81" name="badge-自研-76">
            <a:extLst xmlns:a="http://schemas.openxmlformats.org/drawingml/2006/main">
              <a:ext uri="{FF2B5EF4-FFF2-40B4-BE49-F238E27FC236}">
                <a16:creationId xmlns:a16="http://schemas.microsoft.com/office/drawing/2014/main" id="{4D87B443-35F0-4340-AE96-09678DE8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0"/>
            <a:ext cx="40005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EA580C"/>
            </a:solidFill>
            <a:prstDash val="solid"/>
          </a:ln>
        </p:spPr>
      </p:sp>
      <p:sp>
        <p:nvSpPr>
          <p:cNvPr id="82" name="badge-text-自研-77">
            <a:extLst xmlns:a="http://schemas.openxmlformats.org/drawingml/2006/main">
              <a:ext uri="{FF2B5EF4-FFF2-40B4-BE49-F238E27FC236}">
                <a16:creationId xmlns:a16="http://schemas.microsoft.com/office/drawing/2014/main" id="{B3DC2138-E1F8-4570-9E4A-94D0F435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26670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自研</a:t>
            </a:r>
          </a:p>
        </p:txBody>
      </p:sp>
      <p:sp>
        <p:nvSpPr>
          <p:cNvPr id="83" name="module-body-SQLite-78">
            <a:extLst xmlns:a="http://schemas.openxmlformats.org/drawingml/2006/main">
              <a:ext uri="{FF2B5EF4-FFF2-40B4-BE49-F238E27FC236}">
                <a16:creationId xmlns:a16="http://schemas.microsoft.com/office/drawing/2014/main" id="{BE6942B7-3121-4150-A237-5531C9DA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914650"/>
            <a:ext cx="13144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任务 / 备忘</a:t>
            </a:r>
          </a:p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状态持久化</a:t>
            </a:r>
          </a:p>
        </p:txBody>
      </p:sp>
      <p:sp>
        <p:nvSpPr>
          <p:cNvPr id="84" name="module-reminder-pusher：Scheduler → MQTT → App-79">
            <a:extLst xmlns:a="http://schemas.openxmlformats.org/drawingml/2006/main">
              <a:ext uri="{FF2B5EF4-FFF2-40B4-BE49-F238E27FC236}">
                <a16:creationId xmlns:a16="http://schemas.microsoft.com/office/drawing/2014/main" id="{EFDC9CC2-1C6B-4DAB-B01B-C5E83E57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43300"/>
            <a:ext cx="387667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EA580C"/>
            </a:solidFill>
            <a:prstDash val="solid"/>
          </a:ln>
        </p:spPr>
      </p:sp>
      <p:sp>
        <p:nvSpPr>
          <p:cNvPr id="85" name="module-title-reminder-pusher：Scheduler → MQTT → App-80">
            <a:extLst xmlns:a="http://schemas.openxmlformats.org/drawingml/2006/main">
              <a:ext uri="{FF2B5EF4-FFF2-40B4-BE49-F238E27FC236}">
                <a16:creationId xmlns:a16="http://schemas.microsoft.com/office/drawing/2014/main" id="{33A3D409-ACFB-4BF3-A469-150124C3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609975"/>
            <a:ext cx="3152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reminder-pusher：Scheduler → MQTT → App</a:t>
            </a:r>
          </a:p>
        </p:txBody>
      </p:sp>
      <p:sp>
        <p:nvSpPr>
          <p:cNvPr id="86" name="badge-自研-81">
            <a:extLst xmlns:a="http://schemas.openxmlformats.org/drawingml/2006/main">
              <a:ext uri="{FF2B5EF4-FFF2-40B4-BE49-F238E27FC236}">
                <a16:creationId xmlns:a16="http://schemas.microsoft.com/office/drawing/2014/main" id="{F9DB9B25-565B-42E2-8CBE-77A9C75C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3619500"/>
            <a:ext cx="4572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EA580C"/>
            </a:solidFill>
            <a:prstDash val="solid"/>
          </a:ln>
        </p:spPr>
      </p:sp>
      <p:sp>
        <p:nvSpPr>
          <p:cNvPr id="87" name="badge-text-自研-82">
            <a:extLst xmlns:a="http://schemas.openxmlformats.org/drawingml/2006/main">
              <a:ext uri="{FF2B5EF4-FFF2-40B4-BE49-F238E27FC236}">
                <a16:creationId xmlns:a16="http://schemas.microsoft.com/office/drawing/2014/main" id="{BD544253-D7A5-43BD-8EF9-D9324A34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0925" y="3619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自研</a:t>
            </a:r>
          </a:p>
        </p:txBody>
      </p:sp>
      <p:sp>
        <p:nvSpPr>
          <p:cNvPr id="88" name="module-body-reminder-pusher：Scheduler → MQTT → App-83">
            <a:extLst xmlns:a="http://schemas.openxmlformats.org/drawingml/2006/main">
              <a:ext uri="{FF2B5EF4-FFF2-40B4-BE49-F238E27FC236}">
                <a16:creationId xmlns:a16="http://schemas.microsoft.com/office/drawing/2014/main" id="{6303D8C0-70E0-4E5F-B332-931BCD6D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867150"/>
            <a:ext cx="3648075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9" name="output-title-84">
            <a:extLst xmlns:a="http://schemas.openxmlformats.org/drawingml/2006/main">
              <a:ext uri="{FF2B5EF4-FFF2-40B4-BE49-F238E27FC236}">
                <a16:creationId xmlns:a16="http://schemas.microsoft.com/office/drawing/2014/main" id="{8E518884-AF8C-43B9-B0F7-4342B26E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768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05  实际输出（回到同一台 ROROLEE-Basic）</a:t>
            </a:r>
          </a:p>
        </p:txBody>
      </p:sp>
      <p:sp>
        <p:nvSpPr>
          <p:cNvPr id="90" name="output-col-a-85">
            <a:extLst xmlns:a="http://schemas.openxmlformats.org/drawingml/2006/main">
              <a:ext uri="{FF2B5EF4-FFF2-40B4-BE49-F238E27FC236}">
                <a16:creationId xmlns:a16="http://schemas.microsoft.com/office/drawing/2014/main" id="{C0BCE8DD-74B7-4FA4-8EB8-E171F0F9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38750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声音｜ES8311 播放 16 kHz PCM TTS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屏幕｜SH8501 显示 11 状态表情</a:t>
            </a:r>
          </a:p>
        </p:txBody>
      </p:sp>
      <p:sp>
        <p:nvSpPr>
          <p:cNvPr id="91" name="output-col-b-86">
            <a:extLst xmlns:a="http://schemas.openxmlformats.org/drawingml/2006/main">
              <a:ext uri="{FF2B5EF4-FFF2-40B4-BE49-F238E27FC236}">
                <a16:creationId xmlns:a16="http://schemas.microsoft.com/office/drawing/2014/main" id="{7E1AF087-B2DB-4D44-B997-DD965F87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38750"/>
            <a:ext cx="2152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触觉｜连接 / 上传 / 错误 / 提醒模式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后续｜SQLite 保存；Scheduler 到点触发</a:t>
            </a:r>
          </a:p>
        </p:txBody>
      </p:sp>
      <p:sp>
        <p:nvSpPr>
          <p:cNvPr id="92" name="mapping-title-87">
            <a:extLst xmlns:a="http://schemas.openxmlformats.org/drawingml/2006/main">
              <a:ext uri="{FF2B5EF4-FFF2-40B4-BE49-F238E27FC236}">
                <a16:creationId xmlns:a16="http://schemas.microsoft.com/office/drawing/2014/main" id="{37B5812F-5711-4CB6-9506-4BA3571C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8768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关键硬件能力映射：Agent / Tool → SDK → 设备动作</a:t>
            </a:r>
          </a:p>
        </p:txBody>
      </p:sp>
      <p:sp>
        <p:nvSpPr>
          <p:cNvPr id="93" name="map-h1-88">
            <a:extLst xmlns:a="http://schemas.openxmlformats.org/drawingml/2006/main">
              <a:ext uri="{FF2B5EF4-FFF2-40B4-BE49-F238E27FC236}">
                <a16:creationId xmlns:a16="http://schemas.microsoft.com/office/drawing/2014/main" id="{C62B7BA4-30E6-4DD1-AE68-CF37475A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162550"/>
            <a:ext cx="14192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Agent / Tool 决策</a:t>
            </a:r>
          </a:p>
        </p:txBody>
      </p:sp>
      <p:sp>
        <p:nvSpPr>
          <p:cNvPr id="94" name="map-h2-89">
            <a:extLst xmlns:a="http://schemas.openxmlformats.org/drawingml/2006/main">
              <a:ext uri="{FF2B5EF4-FFF2-40B4-BE49-F238E27FC236}">
                <a16:creationId xmlns:a16="http://schemas.microsoft.com/office/drawing/2014/main" id="{659A0595-9176-4667-A3EF-23AAE75C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62550"/>
            <a:ext cx="2466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SDK / 链路</a:t>
            </a:r>
          </a:p>
        </p:txBody>
      </p:sp>
      <p:sp>
        <p:nvSpPr>
          <p:cNvPr id="95" name="map-h3-90">
            <a:extLst xmlns:a="http://schemas.openxmlformats.org/drawingml/2006/main">
              <a:ext uri="{FF2B5EF4-FFF2-40B4-BE49-F238E27FC236}">
                <a16:creationId xmlns:a16="http://schemas.microsoft.com/office/drawing/2014/main" id="{59355C99-C463-49F3-A6B5-AB685216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625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具体设备动作</a:t>
            </a:r>
          </a:p>
        </p:txBody>
      </p:sp>
      <p:sp>
        <p:nvSpPr>
          <p:cNvPr id="96" name="map-rule-1-91">
            <a:extLst xmlns:a="http://schemas.openxmlformats.org/drawingml/2006/main">
              <a:ext uri="{FF2B5EF4-FFF2-40B4-BE49-F238E27FC236}">
                <a16:creationId xmlns:a16="http://schemas.microsoft.com/office/drawing/2014/main" id="{3C69282D-E833-4C2F-AA32-3D52AAF2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391150"/>
            <a:ext cx="6115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97" name="map-r1c1-92">
            <a:extLst xmlns:a="http://schemas.openxmlformats.org/drawingml/2006/main">
              <a:ext uri="{FF2B5EF4-FFF2-40B4-BE49-F238E27FC236}">
                <a16:creationId xmlns:a16="http://schemas.microsoft.com/office/drawing/2014/main" id="{A476CCAC-CE70-49D1-960C-D866D5B6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10200"/>
            <a:ext cx="1419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回答 / TTS</a:t>
            </a:r>
          </a:p>
        </p:txBody>
      </p:sp>
      <p:sp>
        <p:nvSpPr>
          <p:cNvPr id="98" name="map-r1c2-93">
            <a:extLst xmlns:a="http://schemas.openxmlformats.org/drawingml/2006/main">
              <a:ext uri="{FF2B5EF4-FFF2-40B4-BE49-F238E27FC236}">
                <a16:creationId xmlns:a16="http://schemas.microsoft.com/office/drawing/2014/main" id="{37C57BB6-98F2-4B1D-ACA7-2505C7EE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410200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App → L2CAP → on_audio_out</a:t>
            </a:r>
          </a:p>
        </p:txBody>
      </p:sp>
      <p:sp>
        <p:nvSpPr>
          <p:cNvPr id="99" name="map-r1c3-94">
            <a:extLst xmlns:a="http://schemas.openxmlformats.org/drawingml/2006/main">
              <a:ext uri="{FF2B5EF4-FFF2-40B4-BE49-F238E27FC236}">
                <a16:creationId xmlns:a16="http://schemas.microsoft.com/office/drawing/2014/main" id="{2EE73412-0BF9-40C5-8BF1-EC48D677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102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ES8311 播放 + Speaking 表情</a:t>
            </a:r>
          </a:p>
        </p:txBody>
      </p:sp>
      <p:sp>
        <p:nvSpPr>
          <p:cNvPr id="100" name="map-r2c1-95">
            <a:extLst xmlns:a="http://schemas.openxmlformats.org/drawingml/2006/main">
              <a:ext uri="{FF2B5EF4-FFF2-40B4-BE49-F238E27FC236}">
                <a16:creationId xmlns:a16="http://schemas.microsoft.com/office/drawing/2014/main" id="{2851AADA-9001-4525-9482-604F322E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695950"/>
            <a:ext cx="1419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Scheduler 到点</a:t>
            </a:r>
          </a:p>
        </p:txBody>
      </p:sp>
      <p:sp>
        <p:nvSpPr>
          <p:cNvPr id="101" name="map-r2c2-96">
            <a:extLst xmlns:a="http://schemas.openxmlformats.org/drawingml/2006/main">
              <a:ext uri="{FF2B5EF4-FFF2-40B4-BE49-F238E27FC236}">
                <a16:creationId xmlns:a16="http://schemas.microsoft.com/office/drawing/2014/main" id="{DCB6C7AA-D460-4DB1-B17D-2FE96767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695950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pusher → MQTT / App → BLE</a:t>
            </a:r>
          </a:p>
        </p:txBody>
      </p:sp>
      <p:sp>
        <p:nvSpPr>
          <p:cNvPr id="102" name="map-r2c3-97">
            <a:extLst xmlns:a="http://schemas.openxmlformats.org/drawingml/2006/main">
              <a:ext uri="{FF2B5EF4-FFF2-40B4-BE49-F238E27FC236}">
                <a16:creationId xmlns:a16="http://schemas.microsoft.com/office/drawing/2014/main" id="{FF4BABCF-409C-4CE2-A24D-ECC1E11B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6959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TTS；0x70 → Reminder + 振动*</a:t>
            </a:r>
          </a:p>
        </p:txBody>
      </p:sp>
      <p:sp>
        <p:nvSpPr>
          <p:cNvPr id="103" name="map-r3c1-98">
            <a:extLst xmlns:a="http://schemas.openxmlformats.org/drawingml/2006/main">
              <a:ext uri="{FF2B5EF4-FFF2-40B4-BE49-F238E27FC236}">
                <a16:creationId xmlns:a16="http://schemas.microsoft.com/office/drawing/2014/main" id="{3B29AC81-7C06-4D06-85F2-67A80A65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981700"/>
            <a:ext cx="1419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调节音量</a:t>
            </a:r>
          </a:p>
        </p:txBody>
      </p:sp>
      <p:sp>
        <p:nvSpPr>
          <p:cNvPr id="104" name="map-r3c2-99">
            <a:extLst xmlns:a="http://schemas.openxmlformats.org/drawingml/2006/main">
              <a:ext uri="{FF2B5EF4-FFF2-40B4-BE49-F238E27FC236}">
                <a16:creationId xmlns:a16="http://schemas.microsoft.com/office/drawing/2014/main" id="{A26934AB-7FE9-4738-B396-70182BC7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981700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0x70 on_custom</a:t>
            </a:r>
          </a:p>
        </p:txBody>
      </p:sp>
      <p:sp>
        <p:nvSpPr>
          <p:cNvPr id="105" name="map-r3c3-100">
            <a:extLst xmlns:a="http://schemas.openxmlformats.org/drawingml/2006/main">
              <a:ext uri="{FF2B5EF4-FFF2-40B4-BE49-F238E27FC236}">
                <a16:creationId xmlns:a16="http://schemas.microsoft.com/office/drawing/2014/main" id="{CD8F113B-531E-4F12-84C8-B83AE899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9817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SetVolumePercent → ES8311</a:t>
            </a:r>
          </a:p>
        </p:txBody>
      </p:sp>
      <p:sp>
        <p:nvSpPr>
          <p:cNvPr id="106" name="caveat-101">
            <a:extLst xmlns:a="http://schemas.openxmlformats.org/drawingml/2006/main">
              <a:ext uri="{FF2B5EF4-FFF2-40B4-BE49-F238E27FC236}">
                <a16:creationId xmlns:a16="http://schemas.microsoft.com/office/drawing/2014/main" id="{FB270075-1222-4924-9432-DFEDBAB7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38900"/>
            <a:ext cx="1143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* 当前 AMOLED 输出为表情动画，ShowText 仅写日志；BOOT 语音上行已实现但真机全链路待验；结构化 reminder 的 App 转发待验，普通文本/TTS 为可靠兜底。</a:t>
            </a:r>
          </a:p>
        </p:txBody>
      </p:sp>
    </p:spTree>
    <p:extLst>
      <p:ext uri="{BB962C8B-B14F-4D97-AF65-F5344CB8AC3E}">
        <p14:creationId xmlns:p14="http://schemas.microsoft.com/office/powerpoint/2010/main" val="5980088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2026-08-28T03:58:57.6200000Z</dcterms:created>
  <dcterms:modified xsi:type="dcterms:W3CDTF">2026-08-28T03:58:57.6200000Z</dcterms:modified>
</coreProperties>
</file>