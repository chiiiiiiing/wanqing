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69a30971e842f2" /><Relationship Type="http://schemas.openxmlformats.org/officeDocument/2006/relationships/extended-properties" Target="/docProps/app.xml" Id="Rcf91a19c68304383" /><Relationship Type="http://schemas.openxmlformats.org/officeDocument/2006/relationships/officeDocument" Target="/ppt/presentation.xml" Id="R508d6732598446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7621419b0e4916"/>
  </p:sldMasterIdLst>
  <p:notesMasterIdLst>
    <p:notesMasterId xmlns:r="http://schemas.openxmlformats.org/officeDocument/2006/relationships" r:id="Rb7314fa51c3b4e96"/>
  </p:notesMasterIdLst>
  <p:sldIdLst>
    <p:sldId xmlns:r="http://schemas.openxmlformats.org/officeDocument/2006/relationships" id="256" r:id="Rf0e1fd0cca1647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43fde86c7243c9" /><Relationship Type="http://schemas.openxmlformats.org/officeDocument/2006/relationships/slideMaster" Target="/ppt/slideMasters/slideMaster1.xml" Id="Rc67621419b0e4916" /><Relationship Type="http://schemas.openxmlformats.org/officeDocument/2006/relationships/notesMaster" Target="/ppt/notesMasters/notesMaster1.xml" Id="Rb7314fa51c3b4e96" /><Relationship Type="http://schemas.openxmlformats.org/officeDocument/2006/relationships/presProps" Target="/ppt/presProps.xml" Id="R36327408d0234e6e" /><Relationship Type="http://schemas.openxmlformats.org/officeDocument/2006/relationships/tableStyles" Target="/ppt/tableStyles.xml" Id="Rfc53b573df964fbc" /><Relationship Type="http://schemas.openxmlformats.org/officeDocument/2006/relationships/slide" Target="/ppt/slides/slide1.xml" Id="Rf0e1fd0cca1647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adc619e8ad40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3bc856a16d4591" /><Relationship Type="http://schemas.openxmlformats.org/officeDocument/2006/relationships/notesMaster" Target="/ppt/notesMasters/notesMaster1.xml" Id="R0e588ceb14d44c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/Users/nibelung/Desktop/VentureD/Agent_link/boards/rorolee-basic/rorolee_basic.cc</a:t>
            </a:r>
          </a:p>
          <a:p xmlns:a="http://schemas.openxmlformats.org/drawingml/2006/main">
            <a:r>
              <a:t>- /Users/nibelung/Desktop/VentureD/Agent_link/boards/rorolee-basic/config.h</a:t>
            </a:r>
          </a:p>
          <a:p xmlns:a="http://schemas.openxmlformats.org/drawingml/2006/main">
            <a:r>
              <a:t>- /Users/nibelung/Desktop/VentureD/Agent_link/main/app_main.cpp</a:t>
            </a:r>
          </a:p>
          <a:p xmlns:a="http://schemas.openxmlformats.org/drawingml/2006/main">
            <a:r>
              <a:t>- /Users/nibelung/Desktop/VentureD/Agent_link/boards/common/device_protocol.cc</a:t>
            </a:r>
          </a:p>
          <a:p xmlns:a="http://schemas.openxmlformats.org/drawingml/2006/main">
            <a:r>
              <a:t>- /Users/nibelung/Desktop/VentureD/Agent_link/components/agent_link/README.md</a:t>
            </a:r>
          </a:p>
          <a:p xmlns:a="http://schemas.openxmlformats.org/drawingml/2006/main">
            <a:r>
              <a:t>- /Users/nibelung/Desktop/VentureD/wanqing/bridge/claude-bridge</a:t>
            </a:r>
          </a:p>
          <a:p xmlns:a="http://schemas.openxmlformats.org/drawingml/2006/main">
            <a:r>
              <a:t>- /Users/nibelung/Desktop/VentureD/wanqing/bridge/reminder-pusher</a:t>
            </a:r>
          </a:p>
          <a:p xmlns:a="http://schemas.openxmlformats.org/drawingml/2006/main">
            <a:r>
              <a:t>- /Users/nibelung/Desktop/VentureD/wanqing/backend/mcp_server.py</a:t>
            </a:r>
          </a:p>
          <a:p xmlns:a="http://schemas.openxmlformats.org/drawingml/2006/main">
            <a:r>
              <a:t>- /Users/nibelung/Desktop/VentureD/wanqing/backend/models/database.py</a:t>
            </a:r>
          </a:p>
          <a:p xmlns:a="http://schemas.openxmlformats.org/drawingml/2006/main">
            <a:r>
              <a:t>- /Users/nibelung/Desktop/VentureD/wanqing/prompts/system_prompt.md</a:t>
            </a:r>
          </a:p>
          <a:p xmlns:a="http://schemas.openxmlformats.org/drawingml/2006/main">
            <a:r>
              <a:t>- /Users/nibelung/Desktop/VentureD/wanqing/docs/ble_protocol_v1.md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291565a424d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c72f0b79cb4ed7" /><Relationship Type="http://schemas.openxmlformats.org/officeDocument/2006/relationships/slideLayout" Target="/ppt/slideLayouts/slideLayout1.xml" Id="R2350e5590e1b4c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50e5590e1b4c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b66e9184c4649" /><Relationship Type="http://schemas.openxmlformats.org/officeDocument/2006/relationships/notesSlide" Target="/ppt/notesSlides/notesSlide1.xml" Id="R7694f44f298f4b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title-1">
            <a:extLst xmlns:a="http://schemas.openxmlformats.org/drawingml/2006/main">
              <a:ext uri="{FF2B5EF4-FFF2-40B4-BE49-F238E27FC236}">
                <a16:creationId xmlns:a16="http://schemas.microsoft.com/office/drawing/2014/main" id="{1665FC2D-0B54-48C4-9A8E-6914B97F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9075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晚晴：一句话如何变成一次可执行提醒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03D17DD9-9DC8-4B67-85DF-FC2D3749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ROROLEE-Basic｜实线＝代码可追踪主链路 · 虚线＝结构化提醒端到端待验证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E95797CD-B3DA-48D8-866E-B0107121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57275"/>
            <a:ext cx="11430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legend-blue-4">
            <a:extLst xmlns:a="http://schemas.openxmlformats.org/drawingml/2006/main">
              <a:ext uri="{FF2B5EF4-FFF2-40B4-BE49-F238E27FC236}">
                <a16:creationId xmlns:a16="http://schemas.microsoft.com/office/drawing/2014/main" id="{18DE1E86-0EFA-4849-8894-4C6A29AE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5" name="legend-blue-text-5">
            <a:extLst xmlns:a="http://schemas.openxmlformats.org/drawingml/2006/main">
              <a:ext uri="{FF2B5EF4-FFF2-40B4-BE49-F238E27FC236}">
                <a16:creationId xmlns:a16="http://schemas.microsoft.com/office/drawing/2014/main" id="{9F69251C-2B6B-47BB-B684-03C63DCB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主办方提供</a:t>
            </a:r>
          </a:p>
        </p:txBody>
      </p:sp>
      <p:sp>
        <p:nvSpPr>
          <p:cNvPr id="6" name="legend-green-6">
            <a:extLst xmlns:a="http://schemas.openxmlformats.org/drawingml/2006/main">
              <a:ext uri="{FF2B5EF4-FFF2-40B4-BE49-F238E27FC236}">
                <a16:creationId xmlns:a16="http://schemas.microsoft.com/office/drawing/2014/main" id="{FDBF02E4-9863-42D8-8DA2-E3E9E4BE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7" name="legend-green-text-7">
            <a:extLst xmlns:a="http://schemas.openxmlformats.org/drawingml/2006/main">
              <a:ext uri="{FF2B5EF4-FFF2-40B4-BE49-F238E27FC236}">
                <a16:creationId xmlns:a16="http://schemas.microsoft.com/office/drawing/2014/main" id="{5990A77F-5B44-4545-9CBA-3C1E7A0E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857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团队配置</a:t>
            </a:r>
          </a:p>
        </p:txBody>
      </p:sp>
      <p:sp>
        <p:nvSpPr>
          <p:cNvPr id="8" name="legend-orange-8">
            <a:extLst xmlns:a="http://schemas.openxmlformats.org/drawingml/2006/main">
              <a:ext uri="{FF2B5EF4-FFF2-40B4-BE49-F238E27FC236}">
                <a16:creationId xmlns:a16="http://schemas.microsoft.com/office/drawing/2014/main" id="{39810417-6B6B-4403-8A34-2A72BE98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9" name="legend-orange-text-9">
            <a:extLst xmlns:a="http://schemas.openxmlformats.org/drawingml/2006/main">
              <a:ext uri="{FF2B5EF4-FFF2-40B4-BE49-F238E27FC236}">
                <a16:creationId xmlns:a16="http://schemas.microsoft.com/office/drawing/2014/main" id="{749E6A87-8ED3-4361-9078-38F6FFDD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团队自主开发</a:t>
            </a:r>
          </a:p>
        </p:txBody>
      </p:sp>
      <p:sp>
        <p:nvSpPr>
          <p:cNvPr id="10" name="stage-input-10">
            <a:extLst xmlns:a="http://schemas.openxmlformats.org/drawingml/2006/main">
              <a:ext uri="{FF2B5EF4-FFF2-40B4-BE49-F238E27FC236}">
                <a16:creationId xmlns:a16="http://schemas.microsoft.com/office/drawing/2014/main" id="{1B48AF78-660C-4BC8-A65A-FAA2F05D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09700"/>
            <a:ext cx="1619250" cy="27241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1" name="stage-device-11">
            <a:extLst xmlns:a="http://schemas.openxmlformats.org/drawingml/2006/main">
              <a:ext uri="{FF2B5EF4-FFF2-40B4-BE49-F238E27FC236}">
                <a16:creationId xmlns:a16="http://schemas.microsoft.com/office/drawing/2014/main" id="{767C4AFA-7BC1-4813-9164-11D7C714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409700"/>
            <a:ext cx="3000375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2" name="stage-connection-12">
            <a:extLst xmlns:a="http://schemas.openxmlformats.org/drawingml/2006/main">
              <a:ext uri="{FF2B5EF4-FFF2-40B4-BE49-F238E27FC236}">
                <a16:creationId xmlns:a16="http://schemas.microsoft.com/office/drawing/2014/main" id="{9F11AF75-4002-4CA8-B033-72129A30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409700"/>
            <a:ext cx="2000250" cy="27241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3" name="stage-intelligence-13">
            <a:extLst xmlns:a="http://schemas.openxmlformats.org/drawingml/2006/main">
              <a:ext uri="{FF2B5EF4-FFF2-40B4-BE49-F238E27FC236}">
                <a16:creationId xmlns:a16="http://schemas.microsoft.com/office/drawing/2014/main" id="{2024B673-44AB-494A-A0F0-B36DF5CF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409700"/>
            <a:ext cx="4105275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4" name="stage-output-14">
            <a:extLst xmlns:a="http://schemas.openxmlformats.org/drawingml/2006/main">
              <a:ext uri="{FF2B5EF4-FFF2-40B4-BE49-F238E27FC236}">
                <a16:creationId xmlns:a16="http://schemas.microsoft.com/office/drawing/2014/main" id="{9F7C4E28-5BF3-4BFE-B1DB-42FB3AEE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800600"/>
            <a:ext cx="47339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6193">
            <a:solidFill>
              <a:srgbClr val="A16207"/>
            </a:solidFill>
            <a:prstDash val="solid"/>
          </a:ln>
        </p:spPr>
      </p:sp>
      <p:sp>
        <p:nvSpPr>
          <p:cNvPr id="15" name="stage-mapping-15">
            <a:extLst xmlns:a="http://schemas.openxmlformats.org/drawingml/2006/main">
              <a:ext uri="{FF2B5EF4-FFF2-40B4-BE49-F238E27FC236}">
                <a16:creationId xmlns:a16="http://schemas.microsoft.com/office/drawing/2014/main" id="{2BFE1449-510E-4933-841E-E2A40A76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00600"/>
            <a:ext cx="64389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cxnSp>
        <p:nvCxnSpPr>
          <p:cNvPr id="122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962150" y="27717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75569"/>
            </a:solidFill>
            <a:prstDash val="solid"/>
            <a:tailEnd type="triangle" w="med" len="med"/>
          </a:ln>
        </p:spPr>
      </p:cxnSp>
      <p:cxnSp>
        <p:nvCxnSpPr>
          <p:cNvPr id="123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76825" y="27717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75569"/>
            </a:solidFill>
            <a:prstDash val="solid"/>
            <a:tailEnd type="triangle" w="med" len="med"/>
          </a:ln>
        </p:spPr>
      </p:cxnSp>
      <p:cxnSp>
        <p:nvCxnSpPr>
          <p:cNvPr id="12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410450" y="27717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75569"/>
            </a:solidFill>
            <a:prstDash val="solid"/>
            <a:tailEnd type="triangle" w="med" len="med"/>
          </a:ln>
        </p:spPr>
      </p:cxnSp>
      <p:cxnSp>
        <p:nvCxnSpPr>
          <p:cNvPr id="125" name=""/>
          <p:cNvCxnSpPr>
            <a:stCxn xmlns:a="http://schemas.openxmlformats.org/drawingml/2006/main" id="13" idx="2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>
            <a:off x="3576638" y="4133850"/>
            <a:ext cx="6219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26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2709863" y="4133850"/>
            <a:ext cx="86677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A16207"/>
            </a:solidFill>
            <a:prstDash val="solid"/>
            <a:tailEnd type="triangle" w="med" len="med"/>
          </a:ln>
        </p:spPr>
      </p:cxnSp>
      <p:cxnSp>
        <p:nvCxnSpPr>
          <p:cNvPr id="127" name="pending-path-h-16"/>
          <p:cNvCxnSpPr/>
          <p:nvPr/>
        </p:nvCxnSpPr>
        <p:spPr>
          <a:xfrm xmlns:a="http://schemas.openxmlformats.org/drawingml/2006/main">
            <a:off x="4953000" y="4676775"/>
            <a:ext cx="49530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A580C"/>
            </a:solidFill>
            <a:prstDash val="dash"/>
          </a:ln>
        </p:spPr>
      </p:cxnSp>
      <p:cxnSp>
        <p:nvCxnSpPr>
          <p:cNvPr id="128" name="pending-path-v-17"/>
          <p:cNvCxnSpPr/>
          <p:nvPr/>
        </p:nvCxnSpPr>
        <p:spPr>
          <a:xfrm xmlns:a="http://schemas.openxmlformats.org/drawingml/2006/main">
            <a:off x="4953000" y="4676775"/>
            <a:ext cx="4763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A580C"/>
            </a:solidFill>
            <a:prstDash val="dash"/>
          </a:ln>
        </p:spPr>
      </p:cxnSp>
      <p:sp>
        <p:nvSpPr>
          <p:cNvPr id="23" name="pending-path-arrow-18">
            <a:extLst xmlns:a="http://schemas.openxmlformats.org/drawingml/2006/main">
              <a:ext uri="{FF2B5EF4-FFF2-40B4-BE49-F238E27FC236}">
                <a16:creationId xmlns:a16="http://schemas.microsoft.com/office/drawing/2014/main" id="{79D0B29D-7041-4855-95A9-EB7A1E5A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14875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4" name="stage-title-01-19">
            <a:extLst xmlns:a="http://schemas.openxmlformats.org/drawingml/2006/main">
              <a:ext uri="{FF2B5EF4-FFF2-40B4-BE49-F238E27FC236}">
                <a16:creationId xmlns:a16="http://schemas.microsoft.com/office/drawing/2014/main" id="{A54BCC0F-9469-4FDA-8349-2878BA15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334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01  真实输入</a:t>
            </a:r>
          </a:p>
        </p:txBody>
      </p:sp>
      <p:sp>
        <p:nvSpPr>
          <p:cNvPr id="25" name="stage-title-02-20">
            <a:extLst xmlns:a="http://schemas.openxmlformats.org/drawingml/2006/main">
              <a:ext uri="{FF2B5EF4-FFF2-40B4-BE49-F238E27FC236}">
                <a16:creationId xmlns:a16="http://schemas.microsoft.com/office/drawing/2014/main" id="{376401B2-BE04-4639-9C70-27BEC67F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1334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02  ESP32 设备 + 能力层</a:t>
            </a:r>
          </a:p>
        </p:txBody>
      </p:sp>
      <p:sp>
        <p:nvSpPr>
          <p:cNvPr id="26" name="stage-title-03-21">
            <a:extLst xmlns:a="http://schemas.openxmlformats.org/drawingml/2006/main">
              <a:ext uri="{FF2B5EF4-FFF2-40B4-BE49-F238E27FC236}">
                <a16:creationId xmlns:a16="http://schemas.microsoft.com/office/drawing/2014/main" id="{EDC17187-A3F5-4265-A3BD-6DFDB40D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1334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03  连接方式</a:t>
            </a:r>
          </a:p>
        </p:txBody>
      </p:sp>
      <p:sp>
        <p:nvSpPr>
          <p:cNvPr id="27" name="stage-title-04-22">
            <a:extLst xmlns:a="http://schemas.openxmlformats.org/drawingml/2006/main">
              <a:ext uri="{FF2B5EF4-FFF2-40B4-BE49-F238E27FC236}">
                <a16:creationId xmlns:a16="http://schemas.microsoft.com/office/drawing/2014/main" id="{9F76A6D1-1D3F-478C-901A-0A21E736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133475"/>
            <a:ext cx="396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04  Agent / Tool 智能层</a:t>
            </a:r>
          </a:p>
        </p:txBody>
      </p:sp>
      <p:sp>
        <p:nvSpPr>
          <p:cNvPr id="28" name="gpio-label-bg-23">
            <a:extLst xmlns:a="http://schemas.openxmlformats.org/drawingml/2006/main">
              <a:ext uri="{FF2B5EF4-FFF2-40B4-BE49-F238E27FC236}">
                <a16:creationId xmlns:a16="http://schemas.microsoft.com/office/drawing/2014/main" id="{0580EAEB-DCEF-4D66-BBE3-59FACD4E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952625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gpio-label-24">
            <a:extLst xmlns:a="http://schemas.openxmlformats.org/drawingml/2006/main">
              <a:ext uri="{FF2B5EF4-FFF2-40B4-BE49-F238E27FC236}">
                <a16:creationId xmlns:a16="http://schemas.microsoft.com/office/drawing/2014/main" id="{5A4924CB-0803-4697-93BE-EB1D45F7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952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GPIO /</a:t>
            </a:r>
          </a:p>
          <a:p xmlns:a="http://schemas.openxmlformats.org/drawingml/2006/main">
            <a:pPr algn="ctr">
              <a:defRPr sz="975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I²S</a:t>
            </a:r>
          </a:p>
        </p:txBody>
      </p:sp>
      <p:sp>
        <p:nvSpPr>
          <p:cNvPr id="30" name="ble-label-bg-25">
            <a:extLst xmlns:a="http://schemas.openxmlformats.org/drawingml/2006/main">
              <a:ext uri="{FF2B5EF4-FFF2-40B4-BE49-F238E27FC236}">
                <a16:creationId xmlns:a16="http://schemas.microsoft.com/office/drawing/2014/main" id="{D7091C81-F832-47C7-BCEE-D60EC9D7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952625"/>
            <a:ext cx="5810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ble-label-26">
            <a:extLst xmlns:a="http://schemas.openxmlformats.org/drawingml/2006/main">
              <a:ext uri="{FF2B5EF4-FFF2-40B4-BE49-F238E27FC236}">
                <a16:creationId xmlns:a16="http://schemas.microsoft.com/office/drawing/2014/main" id="{97D01AB2-61B7-40E6-967D-39B365C3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52625"/>
            <a:ext cx="561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0x40 ↑</a:t>
            </a:r>
          </a:p>
          <a:p xmlns:a="http://schemas.openxmlformats.org/drawingml/2006/main">
            <a:pPr algn="ctr">
              <a:defRPr sz="975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TTS/0x70 ↓</a:t>
            </a:r>
          </a:p>
        </p:txBody>
      </p:sp>
      <p:sp>
        <p:nvSpPr>
          <p:cNvPr id="32" name="http-label-bg-27">
            <a:extLst xmlns:a="http://schemas.openxmlformats.org/drawingml/2006/main">
              <a:ext uri="{FF2B5EF4-FFF2-40B4-BE49-F238E27FC236}">
                <a16:creationId xmlns:a16="http://schemas.microsoft.com/office/drawing/2014/main" id="{5F19F8E8-A77D-483A-A2EE-3C7BE040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952625"/>
            <a:ext cx="552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http-label-28">
            <a:extLst xmlns:a="http://schemas.openxmlformats.org/drawingml/2006/main">
              <a:ext uri="{FF2B5EF4-FFF2-40B4-BE49-F238E27FC236}">
                <a16:creationId xmlns:a16="http://schemas.microsoft.com/office/drawing/2014/main" id="{F7674466-8CD8-45AE-AF10-86AEA0A6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5262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HTTPS</a:t>
            </a:r>
          </a:p>
          <a:p xmlns:a="http://schemas.openxmlformats.org/drawingml/2006/main">
            <a:pPr algn="ctr">
              <a:defRPr sz="975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NDJSON</a:t>
            </a:r>
          </a:p>
        </p:txBody>
      </p:sp>
      <p:sp>
        <p:nvSpPr>
          <p:cNvPr id="34" name="return-label-bg-29">
            <a:extLst xmlns:a="http://schemas.openxmlformats.org/drawingml/2006/main">
              <a:ext uri="{FF2B5EF4-FFF2-40B4-BE49-F238E27FC236}">
                <a16:creationId xmlns:a16="http://schemas.microsoft.com/office/drawing/2014/main" id="{08E0B4BF-B912-445D-BA29-FDADB6A7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57675"/>
            <a:ext cx="4038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return-label-30">
            <a:extLst xmlns:a="http://schemas.openxmlformats.org/drawingml/2006/main">
              <a:ext uri="{FF2B5EF4-FFF2-40B4-BE49-F238E27FC236}">
                <a16:creationId xmlns:a16="http://schemas.microsoft.com/office/drawing/2014/main" id="{038BF6CC-4FCC-450D-BCF2-A3EB7B05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672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下行：Agent / 到点提醒 → App → BLE → ESP32</a:t>
            </a:r>
          </a:p>
        </p:txBody>
      </p:sp>
      <p:sp>
        <p:nvSpPr>
          <p:cNvPr id="36" name="pending-label-bg-31">
            <a:extLst xmlns:a="http://schemas.openxmlformats.org/drawingml/2006/main">
              <a:ext uri="{FF2B5EF4-FFF2-40B4-BE49-F238E27FC236}">
                <a16:creationId xmlns:a16="http://schemas.microsoft.com/office/drawing/2014/main" id="{90DC1B7F-1A84-46E7-8865-A8E4035A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14850"/>
            <a:ext cx="3276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pending-label-32">
            <a:extLst xmlns:a="http://schemas.openxmlformats.org/drawingml/2006/main">
              <a:ext uri="{FF2B5EF4-FFF2-40B4-BE49-F238E27FC236}">
                <a16:creationId xmlns:a16="http://schemas.microsoft.com/office/drawing/2014/main" id="{7C834FB0-40A1-4360-994F-7B10D56A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14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虚线：0x70 reminder 专属 UI / 三连振（App 待验）</a:t>
            </a:r>
          </a:p>
        </p:txBody>
      </p:sp>
      <p:sp>
        <p:nvSpPr>
          <p:cNvPr id="38" name="input-body-33">
            <a:extLst xmlns:a="http://schemas.openxmlformats.org/drawingml/2006/main">
              <a:ext uri="{FF2B5EF4-FFF2-40B4-BE49-F238E27FC236}">
                <a16:creationId xmlns:a16="http://schemas.microsoft.com/office/drawing/2014/main" id="{B8491BA2-FD14-4EFF-89E2-7B373A2E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1352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BOOT（GPIO0）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按住说话，松开结束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ES7210 双麦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16 kHz PCM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音量±（39 / 40）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BQ27220 电量/充电</a:t>
            </a:r>
          </a:p>
        </p:txBody>
      </p:sp>
      <p:sp>
        <p:nvSpPr>
          <p:cNvPr id="39" name="module-ROROLEE-Basic-34">
            <a:extLst xmlns:a="http://schemas.openxmlformats.org/drawingml/2006/main">
              <a:ext uri="{FF2B5EF4-FFF2-40B4-BE49-F238E27FC236}">
                <a16:creationId xmlns:a16="http://schemas.microsoft.com/office/drawing/2014/main" id="{16A26E09-119D-41ED-9D62-CFFF82DA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24000"/>
            <a:ext cx="27717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40" name="module-title-ROROLEE-Basic-35">
            <a:extLst xmlns:a="http://schemas.openxmlformats.org/drawingml/2006/main">
              <a:ext uri="{FF2B5EF4-FFF2-40B4-BE49-F238E27FC236}">
                <a16:creationId xmlns:a16="http://schemas.microsoft.com/office/drawing/2014/main" id="{BB88AF27-61F5-40A1-8DEC-6F1A36F5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90675"/>
            <a:ext cx="199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ROROLEE-Basic</a:t>
            </a:r>
          </a:p>
        </p:txBody>
      </p:sp>
      <p:sp>
        <p:nvSpPr>
          <p:cNvPr id="41" name="badge-提供-36">
            <a:extLst xmlns:a="http://schemas.openxmlformats.org/drawingml/2006/main">
              <a:ext uri="{FF2B5EF4-FFF2-40B4-BE49-F238E27FC236}">
                <a16:creationId xmlns:a16="http://schemas.microsoft.com/office/drawing/2014/main" id="{72C6663D-5781-4A75-8C30-7E7BF9CF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5143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2" name="badge-text-提供-37">
            <a:extLst xmlns:a="http://schemas.openxmlformats.org/drawingml/2006/main">
              <a:ext uri="{FF2B5EF4-FFF2-40B4-BE49-F238E27FC236}">
                <a16:creationId xmlns:a16="http://schemas.microsoft.com/office/drawing/2014/main" id="{54720576-5F26-4A86-BD20-5FE61680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0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提供</a:t>
            </a:r>
          </a:p>
        </p:txBody>
      </p:sp>
      <p:sp>
        <p:nvSpPr>
          <p:cNvPr id="43" name="module-body-ROROLEE-Basic-38">
            <a:extLst xmlns:a="http://schemas.openxmlformats.org/drawingml/2006/main">
              <a:ext uri="{FF2B5EF4-FFF2-40B4-BE49-F238E27FC236}">
                <a16:creationId xmlns:a16="http://schemas.microsoft.com/office/drawing/2014/main" id="{51866FFD-2F6F-4974-B7FE-B268B127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4785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ESP32-S3 · ES7210 / ES8311 · SH8501 · BQ27220 · 震动马达</a:t>
            </a:r>
          </a:p>
        </p:txBody>
      </p:sp>
      <p:sp>
        <p:nvSpPr>
          <p:cNvPr id="44" name="module-板级固件 / 0x70-39">
            <a:extLst xmlns:a="http://schemas.openxmlformats.org/drawingml/2006/main">
              <a:ext uri="{FF2B5EF4-FFF2-40B4-BE49-F238E27FC236}">
                <a16:creationId xmlns:a16="http://schemas.microsoft.com/office/drawing/2014/main" id="{0FEB1248-2C27-40D6-A389-E8F54514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24100"/>
            <a:ext cx="2771775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45" name="module-title-板级固件 / 0x70-40">
            <a:extLst xmlns:a="http://schemas.openxmlformats.org/drawingml/2006/main">
              <a:ext uri="{FF2B5EF4-FFF2-40B4-BE49-F238E27FC236}">
                <a16:creationId xmlns:a16="http://schemas.microsoft.com/office/drawing/2014/main" id="{3ED2ACD1-E5DD-4D4B-BE74-9FF2DBD6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90775"/>
            <a:ext cx="199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板级固件 / 0x70</a:t>
            </a:r>
          </a:p>
        </p:txBody>
      </p:sp>
      <p:sp>
        <p:nvSpPr>
          <p:cNvPr id="46" name="badge-自研-41">
            <a:extLst xmlns:a="http://schemas.openxmlformats.org/drawingml/2006/main">
              <a:ext uri="{FF2B5EF4-FFF2-40B4-BE49-F238E27FC236}">
                <a16:creationId xmlns:a16="http://schemas.microsoft.com/office/drawing/2014/main" id="{A3B32905-CC3F-4FE4-B37B-77AAF789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400300"/>
            <a:ext cx="5143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47" name="badge-text-自研-42">
            <a:extLst xmlns:a="http://schemas.openxmlformats.org/drawingml/2006/main">
              <a:ext uri="{FF2B5EF4-FFF2-40B4-BE49-F238E27FC236}">
                <a16:creationId xmlns:a16="http://schemas.microsoft.com/office/drawing/2014/main" id="{733CEDD2-DD73-407D-A981-003D8387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自研</a:t>
            </a:r>
          </a:p>
        </p:txBody>
      </p:sp>
      <p:sp>
        <p:nvSpPr>
          <p:cNvPr id="48" name="module-body-板级固件 / 0x70-43">
            <a:extLst xmlns:a="http://schemas.openxmlformats.org/drawingml/2006/main">
              <a:ext uri="{FF2B5EF4-FFF2-40B4-BE49-F238E27FC236}">
                <a16:creationId xmlns:a16="http://schemas.microsoft.com/office/drawing/2014/main" id="{3A059573-253D-4D3E-A8C7-78833CBC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47950"/>
            <a:ext cx="25431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PTT 采集 / 音频队列 · 11 状态表情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触觉模式 · 电量轮询 · JSON → Board 动作</a:t>
            </a:r>
          </a:p>
        </p:txBody>
      </p:sp>
      <p:sp>
        <p:nvSpPr>
          <p:cNvPr id="49" name="module-agent_link SDK-44">
            <a:extLst xmlns:a="http://schemas.openxmlformats.org/drawingml/2006/main">
              <a:ext uri="{FF2B5EF4-FFF2-40B4-BE49-F238E27FC236}">
                <a16:creationId xmlns:a16="http://schemas.microsoft.com/office/drawing/2014/main" id="{34EE982D-88AF-4290-BCC3-D639701D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90900"/>
            <a:ext cx="27717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50" name="module-title-agent_link SDK-45">
            <a:extLst xmlns:a="http://schemas.openxmlformats.org/drawingml/2006/main">
              <a:ext uri="{FF2B5EF4-FFF2-40B4-BE49-F238E27FC236}">
                <a16:creationId xmlns:a16="http://schemas.microsoft.com/office/drawing/2014/main" id="{90239A13-29D1-4B8B-A0AC-468DB159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57575"/>
            <a:ext cx="199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agent_link SDK</a:t>
            </a:r>
          </a:p>
        </p:txBody>
      </p:sp>
      <p:sp>
        <p:nvSpPr>
          <p:cNvPr id="51" name="badge-提供-46">
            <a:extLst xmlns:a="http://schemas.openxmlformats.org/drawingml/2006/main">
              <a:ext uri="{FF2B5EF4-FFF2-40B4-BE49-F238E27FC236}">
                <a16:creationId xmlns:a16="http://schemas.microsoft.com/office/drawing/2014/main" id="{9C095011-CAEC-4B21-81A9-770EBF81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467100"/>
            <a:ext cx="5143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2" name="badge-text-提供-47">
            <a:extLst xmlns:a="http://schemas.openxmlformats.org/drawingml/2006/main">
              <a:ext uri="{FF2B5EF4-FFF2-40B4-BE49-F238E27FC236}">
                <a16:creationId xmlns:a16="http://schemas.microsoft.com/office/drawing/2014/main" id="{8B6278C9-E05A-4B92-99CE-07153CA6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提供</a:t>
            </a:r>
          </a:p>
        </p:txBody>
      </p:sp>
      <p:sp>
        <p:nvSpPr>
          <p:cNvPr id="53" name="module-body-agent_link SDK-48">
            <a:extLst xmlns:a="http://schemas.openxmlformats.org/drawingml/2006/main">
              <a:ext uri="{FF2B5EF4-FFF2-40B4-BE49-F238E27FC236}">
                <a16:creationId xmlns:a16="http://schemas.microsoft.com/office/drawing/2014/main" id="{CD5C8CC2-A490-4713-807C-807E4276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14750"/>
            <a:ext cx="2543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voice ↑ · audio / custom ↓</a:t>
            </a:r>
          </a:p>
        </p:txBody>
      </p:sp>
      <p:sp>
        <p:nvSpPr>
          <p:cNvPr id="54" name="module-App + roro-49">
            <a:extLst xmlns:a="http://schemas.openxmlformats.org/drawingml/2006/main">
              <a:ext uri="{FF2B5EF4-FFF2-40B4-BE49-F238E27FC236}">
                <a16:creationId xmlns:a16="http://schemas.microsoft.com/office/drawing/2014/main" id="{01865DFB-AADF-4492-A2B2-FE1FA2C2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17716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55" name="module-title-App + roro-50">
            <a:extLst xmlns:a="http://schemas.openxmlformats.org/drawingml/2006/main">
              <a:ext uri="{FF2B5EF4-FFF2-40B4-BE49-F238E27FC236}">
                <a16:creationId xmlns:a16="http://schemas.microsoft.com/office/drawing/2014/main" id="{B542EC2F-BC80-4581-879D-29E49819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906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App + roro</a:t>
            </a:r>
          </a:p>
        </p:txBody>
      </p:sp>
      <p:sp>
        <p:nvSpPr>
          <p:cNvPr id="56" name="badge-提供-51">
            <a:extLst xmlns:a="http://schemas.openxmlformats.org/drawingml/2006/main">
              <a:ext uri="{FF2B5EF4-FFF2-40B4-BE49-F238E27FC236}">
                <a16:creationId xmlns:a16="http://schemas.microsoft.com/office/drawing/2014/main" id="{513D46D7-4D3A-43F3-B718-C361B136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00200"/>
            <a:ext cx="4572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7" name="badge-text-提供-52">
            <a:extLst xmlns:a="http://schemas.openxmlformats.org/drawingml/2006/main">
              <a:ext uri="{FF2B5EF4-FFF2-40B4-BE49-F238E27FC236}">
                <a16:creationId xmlns:a16="http://schemas.microsoft.com/office/drawing/2014/main" id="{6397DE36-DAEF-4E70-92E3-1015439E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600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提供</a:t>
            </a:r>
          </a:p>
        </p:txBody>
      </p:sp>
      <p:sp>
        <p:nvSpPr>
          <p:cNvPr id="58" name="module-body-App + roro-53">
            <a:extLst xmlns:a="http://schemas.openxmlformats.org/drawingml/2006/main">
              <a:ext uri="{FF2B5EF4-FFF2-40B4-BE49-F238E27FC236}">
                <a16:creationId xmlns:a16="http://schemas.microsoft.com/office/drawing/2014/main" id="{83C6B33A-9806-459A-A124-60584F89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47850"/>
            <a:ext cx="1543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BLE 网关 · ASR / TTS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MQTT / 云中继</a:t>
            </a:r>
          </a:p>
        </p:txBody>
      </p:sp>
      <p:sp>
        <p:nvSpPr>
          <p:cNvPr id="59" name="module-Shim + Bridge-54">
            <a:extLst xmlns:a="http://schemas.openxmlformats.org/drawingml/2006/main">
              <a:ext uri="{FF2B5EF4-FFF2-40B4-BE49-F238E27FC236}">
                <a16:creationId xmlns:a16="http://schemas.microsoft.com/office/drawing/2014/main" id="{556CC42A-5E80-4C76-A858-95082A35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76500"/>
            <a:ext cx="17716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60" name="module-title-Shim + Bridge-55">
            <a:extLst xmlns:a="http://schemas.openxmlformats.org/drawingml/2006/main">
              <a:ext uri="{FF2B5EF4-FFF2-40B4-BE49-F238E27FC236}">
                <a16:creationId xmlns:a16="http://schemas.microsoft.com/office/drawing/2014/main" id="{812E5449-54F7-4F52-AE8A-5015A315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431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Shim + Bridge</a:t>
            </a:r>
          </a:p>
        </p:txBody>
      </p:sp>
      <p:sp>
        <p:nvSpPr>
          <p:cNvPr id="61" name="badge-自研-56">
            <a:extLst xmlns:a="http://schemas.openxmlformats.org/drawingml/2006/main">
              <a:ext uri="{FF2B5EF4-FFF2-40B4-BE49-F238E27FC236}">
                <a16:creationId xmlns:a16="http://schemas.microsoft.com/office/drawing/2014/main" id="{E75891A9-04D1-46F8-BC02-606EE9D4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572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62" name="badge-text-自研-57">
            <a:extLst xmlns:a="http://schemas.openxmlformats.org/drawingml/2006/main">
              <a:ext uri="{FF2B5EF4-FFF2-40B4-BE49-F238E27FC236}">
                <a16:creationId xmlns:a16="http://schemas.microsoft.com/office/drawing/2014/main" id="{D62445C9-F2A5-4884-B424-D67255AA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55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自研</a:t>
            </a:r>
          </a:p>
        </p:txBody>
      </p:sp>
      <p:sp>
        <p:nvSpPr>
          <p:cNvPr id="63" name="module-body-Shim + Bridge-58">
            <a:extLst xmlns:a="http://schemas.openxmlformats.org/drawingml/2006/main">
              <a:ext uri="{FF2B5EF4-FFF2-40B4-BE49-F238E27FC236}">
                <a16:creationId xmlns:a16="http://schemas.microsoft.com/office/drawing/2014/main" id="{F953E399-79CC-498F-AD6A-D77EBC35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00350"/>
            <a:ext cx="154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PTY 兼容 · Session / Turn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NDJSON → 回复</a:t>
            </a:r>
          </a:p>
        </p:txBody>
      </p:sp>
      <p:sp>
        <p:nvSpPr>
          <p:cNvPr id="64" name="module-链路配置-59">
            <a:extLst xmlns:a="http://schemas.openxmlformats.org/drawingml/2006/main">
              <a:ext uri="{FF2B5EF4-FFF2-40B4-BE49-F238E27FC236}">
                <a16:creationId xmlns:a16="http://schemas.microsoft.com/office/drawing/2014/main" id="{1B6EF3E2-AC32-4D4C-B4A0-7EE2072C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76625"/>
            <a:ext cx="177165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65" name="module-title-链路配置-60">
            <a:extLst xmlns:a="http://schemas.openxmlformats.org/drawingml/2006/main">
              <a:ext uri="{FF2B5EF4-FFF2-40B4-BE49-F238E27FC236}">
                <a16:creationId xmlns:a16="http://schemas.microsoft.com/office/drawing/2014/main" id="{EC97DE92-7FFA-482B-A782-BD3B28CC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43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链路配置</a:t>
            </a:r>
          </a:p>
        </p:txBody>
      </p:sp>
      <p:sp>
        <p:nvSpPr>
          <p:cNvPr id="66" name="badge-配置-61">
            <a:extLst xmlns:a="http://schemas.openxmlformats.org/drawingml/2006/main">
              <a:ext uri="{FF2B5EF4-FFF2-40B4-BE49-F238E27FC236}">
                <a16:creationId xmlns:a16="http://schemas.microsoft.com/office/drawing/2014/main" id="{5B9DD1DD-6AE5-4A3D-8657-C0C4C7EC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52825"/>
            <a:ext cx="4572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67" name="badge-text-配置-62">
            <a:extLst xmlns:a="http://schemas.openxmlformats.org/drawingml/2006/main">
              <a:ext uri="{FF2B5EF4-FFF2-40B4-BE49-F238E27FC236}">
                <a16:creationId xmlns:a16="http://schemas.microsoft.com/office/drawing/2014/main" id="{4ABF8778-73E9-4490-833A-6603D4F5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5528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配置</a:t>
            </a:r>
          </a:p>
        </p:txBody>
      </p:sp>
      <p:sp>
        <p:nvSpPr>
          <p:cNvPr id="68" name="module-body-链路配置-63">
            <a:extLst xmlns:a="http://schemas.openxmlformats.org/drawingml/2006/main">
              <a:ext uri="{FF2B5EF4-FFF2-40B4-BE49-F238E27FC236}">
                <a16:creationId xmlns:a16="http://schemas.microsoft.com/office/drawing/2014/main" id="{5CAE2C28-D691-4EFD-8A65-30CF3A67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00475"/>
            <a:ext cx="1543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BLE v1 · MCP 注册</a:t>
            </a:r>
          </a:p>
        </p:txBody>
      </p:sp>
      <p:sp>
        <p:nvSpPr>
          <p:cNvPr id="69" name="module-TiDB Agent Stack · 晚晴 Agent-64">
            <a:extLst xmlns:a="http://schemas.openxmlformats.org/drawingml/2006/main">
              <a:ext uri="{FF2B5EF4-FFF2-40B4-BE49-F238E27FC236}">
                <a16:creationId xmlns:a16="http://schemas.microsoft.com/office/drawing/2014/main" id="{98A49860-3FEC-41F8-B2F1-51AFB7B9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24000"/>
            <a:ext cx="3876675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70" name="module-title-TiDB Agent Stack · 晚晴 Agent-65">
            <a:extLst xmlns:a="http://schemas.openxmlformats.org/drawingml/2006/main">
              <a:ext uri="{FF2B5EF4-FFF2-40B4-BE49-F238E27FC236}">
                <a16:creationId xmlns:a16="http://schemas.microsoft.com/office/drawing/2014/main" id="{9E96753A-908A-4910-990F-63B2F9A5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590675"/>
            <a:ext cx="286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TiDB Agent Stack · 晚晴 Agent</a:t>
            </a:r>
          </a:p>
        </p:txBody>
      </p:sp>
      <p:sp>
        <p:nvSpPr>
          <p:cNvPr id="71" name="badge-团队配置-66">
            <a:extLst xmlns:a="http://schemas.openxmlformats.org/drawingml/2006/main">
              <a:ext uri="{FF2B5EF4-FFF2-40B4-BE49-F238E27FC236}">
                <a16:creationId xmlns:a16="http://schemas.microsoft.com/office/drawing/2014/main" id="{883070F4-EC36-4B2D-A5B8-F602E78F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600200"/>
            <a:ext cx="7429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72" name="badge-text-团队配置-67">
            <a:extLst xmlns:a="http://schemas.openxmlformats.org/drawingml/2006/main">
              <a:ext uri="{FF2B5EF4-FFF2-40B4-BE49-F238E27FC236}">
                <a16:creationId xmlns:a16="http://schemas.microsoft.com/office/drawing/2014/main" id="{E4FF6C25-B82E-4A02-890E-4C6EDDF3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6002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团队配置</a:t>
            </a:r>
          </a:p>
        </p:txBody>
      </p:sp>
      <p:sp>
        <p:nvSpPr>
          <p:cNvPr id="73" name="module-body-TiDB Agent Stack · 晚晴 Agent-68">
            <a:extLst xmlns:a="http://schemas.openxmlformats.org/drawingml/2006/main">
              <a:ext uri="{FF2B5EF4-FFF2-40B4-BE49-F238E27FC236}">
                <a16:creationId xmlns:a16="http://schemas.microsoft.com/office/drawing/2014/main" id="{EE5AB0CD-EDA5-479F-9742-1BD6D915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847850"/>
            <a:ext cx="36480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qwen3.7-plus · Session 上下文 · Scheduler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Prompt：适老语气 / 时间解析 / 最小追问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Skill：主链路未单独启用（Prompt + MCP）</a:t>
            </a:r>
          </a:p>
        </p:txBody>
      </p:sp>
      <p:sp>
        <p:nvSpPr>
          <p:cNvPr id="74" name="module-MCP · 5 Tools-69">
            <a:extLst xmlns:a="http://schemas.openxmlformats.org/drawingml/2006/main">
              <a:ext uri="{FF2B5EF4-FFF2-40B4-BE49-F238E27FC236}">
                <a16:creationId xmlns:a16="http://schemas.microsoft.com/office/drawing/2014/main" id="{7358BD3D-B506-4B20-B00B-80DC007E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90800"/>
            <a:ext cx="22479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75" name="module-title-MCP · 5 Tools-70">
            <a:extLst xmlns:a="http://schemas.openxmlformats.org/drawingml/2006/main">
              <a:ext uri="{FF2B5EF4-FFF2-40B4-BE49-F238E27FC236}">
                <a16:creationId xmlns:a16="http://schemas.microsoft.com/office/drawing/2014/main" id="{18D503FA-F96A-4FD4-BEB7-95438BC8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6574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MCP · 5 Tools</a:t>
            </a:r>
          </a:p>
        </p:txBody>
      </p:sp>
      <p:sp>
        <p:nvSpPr>
          <p:cNvPr id="76" name="badge-自研-71">
            <a:extLst xmlns:a="http://schemas.openxmlformats.org/drawingml/2006/main">
              <a:ext uri="{FF2B5EF4-FFF2-40B4-BE49-F238E27FC236}">
                <a16:creationId xmlns:a16="http://schemas.microsoft.com/office/drawing/2014/main" id="{AE595EE8-8622-4F2E-8AFE-8DE617F5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667000"/>
            <a:ext cx="4572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77" name="badge-text-自研-72">
            <a:extLst xmlns:a="http://schemas.openxmlformats.org/drawingml/2006/main">
              <a:ext uri="{FF2B5EF4-FFF2-40B4-BE49-F238E27FC236}">
                <a16:creationId xmlns:a16="http://schemas.microsoft.com/office/drawing/2014/main" id="{166A14C1-0613-4DB7-A3CC-CD732967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自研</a:t>
            </a:r>
          </a:p>
        </p:txBody>
      </p:sp>
      <p:sp>
        <p:nvSpPr>
          <p:cNvPr id="78" name="module-body-MCP · 5 Tools-73">
            <a:extLst xmlns:a="http://schemas.openxmlformats.org/drawingml/2006/main">
              <a:ext uri="{FF2B5EF4-FFF2-40B4-BE49-F238E27FC236}">
                <a16:creationId xmlns:a16="http://schemas.microsoft.com/office/drawing/2014/main" id="{465350C2-74F4-403F-9848-230930CA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914650"/>
            <a:ext cx="2019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create_task / note / query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complete / delay</a:t>
            </a:r>
          </a:p>
        </p:txBody>
      </p:sp>
      <p:sp>
        <p:nvSpPr>
          <p:cNvPr id="79" name="module-SQLite-74">
            <a:extLst xmlns:a="http://schemas.openxmlformats.org/drawingml/2006/main">
              <a:ext uri="{FF2B5EF4-FFF2-40B4-BE49-F238E27FC236}">
                <a16:creationId xmlns:a16="http://schemas.microsoft.com/office/drawing/2014/main" id="{197239EC-6576-4661-96E6-FEDD1BF7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90800"/>
            <a:ext cx="15430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80" name="module-title-SQLite-75">
            <a:extLst xmlns:a="http://schemas.openxmlformats.org/drawingml/2006/main">
              <a:ext uri="{FF2B5EF4-FFF2-40B4-BE49-F238E27FC236}">
                <a16:creationId xmlns:a16="http://schemas.microsoft.com/office/drawing/2014/main" id="{3B26A359-30A2-46C4-AF4E-3D0416F3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574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SQLite</a:t>
            </a:r>
          </a:p>
        </p:txBody>
      </p:sp>
      <p:sp>
        <p:nvSpPr>
          <p:cNvPr id="81" name="badge-自研-76">
            <a:extLst xmlns:a="http://schemas.openxmlformats.org/drawingml/2006/main">
              <a:ext uri="{FF2B5EF4-FFF2-40B4-BE49-F238E27FC236}">
                <a16:creationId xmlns:a16="http://schemas.microsoft.com/office/drawing/2014/main" id="{DEA3D1DB-2951-43EE-A75D-CA511064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0"/>
            <a:ext cx="4000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82" name="badge-text-自研-77">
            <a:extLst xmlns:a="http://schemas.openxmlformats.org/drawingml/2006/main">
              <a:ext uri="{FF2B5EF4-FFF2-40B4-BE49-F238E27FC236}">
                <a16:creationId xmlns:a16="http://schemas.microsoft.com/office/drawing/2014/main" id="{0FC5C511-099D-40E9-B048-B4106BC2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266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自研</a:t>
            </a:r>
          </a:p>
        </p:txBody>
      </p:sp>
      <p:sp>
        <p:nvSpPr>
          <p:cNvPr id="83" name="module-body-SQLite-78">
            <a:extLst xmlns:a="http://schemas.openxmlformats.org/drawingml/2006/main">
              <a:ext uri="{FF2B5EF4-FFF2-40B4-BE49-F238E27FC236}">
                <a16:creationId xmlns:a16="http://schemas.microsoft.com/office/drawing/2014/main" id="{E5F2CD02-D2F4-40FA-A723-6F89D01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14650"/>
            <a:ext cx="131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任务 / 备忘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状态持久化</a:t>
            </a:r>
          </a:p>
        </p:txBody>
      </p:sp>
      <p:sp>
        <p:nvSpPr>
          <p:cNvPr id="84" name="module-reminder-pusher：Scheduler → MQTT → App-79">
            <a:extLst xmlns:a="http://schemas.openxmlformats.org/drawingml/2006/main">
              <a:ext uri="{FF2B5EF4-FFF2-40B4-BE49-F238E27FC236}">
                <a16:creationId xmlns:a16="http://schemas.microsoft.com/office/drawing/2014/main" id="{483E637D-264D-4887-8F7A-933394C0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43300"/>
            <a:ext cx="38766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85" name="module-title-reminder-pusher：Scheduler → MQTT → App-80">
            <a:extLst xmlns:a="http://schemas.openxmlformats.org/drawingml/2006/main">
              <a:ext uri="{FF2B5EF4-FFF2-40B4-BE49-F238E27FC236}">
                <a16:creationId xmlns:a16="http://schemas.microsoft.com/office/drawing/2014/main" id="{9DF96CC8-28C1-43DE-A6F6-F085B96B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609975"/>
            <a:ext cx="3152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reminder-pusher：Scheduler → MQTT → App</a:t>
            </a:r>
          </a:p>
        </p:txBody>
      </p:sp>
      <p:sp>
        <p:nvSpPr>
          <p:cNvPr id="86" name="badge-自研-81">
            <a:extLst xmlns:a="http://schemas.openxmlformats.org/drawingml/2006/main">
              <a:ext uri="{FF2B5EF4-FFF2-40B4-BE49-F238E27FC236}">
                <a16:creationId xmlns:a16="http://schemas.microsoft.com/office/drawing/2014/main" id="{6D2E135D-C3F4-4DFA-AC23-750C4047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619500"/>
            <a:ext cx="4572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87" name="badge-text-自研-82">
            <a:extLst xmlns:a="http://schemas.openxmlformats.org/drawingml/2006/main">
              <a:ext uri="{FF2B5EF4-FFF2-40B4-BE49-F238E27FC236}">
                <a16:creationId xmlns:a16="http://schemas.microsoft.com/office/drawing/2014/main" id="{51C0D034-68E8-48BC-90F7-D4B64B8D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6195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自研</a:t>
            </a:r>
          </a:p>
        </p:txBody>
      </p:sp>
      <p:sp>
        <p:nvSpPr>
          <p:cNvPr id="88" name="module-body-reminder-pusher：Scheduler → MQTT → App-83">
            <a:extLst xmlns:a="http://schemas.openxmlformats.org/drawingml/2006/main">
              <a:ext uri="{FF2B5EF4-FFF2-40B4-BE49-F238E27FC236}">
                <a16:creationId xmlns:a16="http://schemas.microsoft.com/office/drawing/2014/main" id="{BCD93B65-D6A3-4E28-ADA4-D985EEB9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867150"/>
            <a:ext cx="36480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9" name="output-title-84">
            <a:extLst xmlns:a="http://schemas.openxmlformats.org/drawingml/2006/main">
              <a:ext uri="{FF2B5EF4-FFF2-40B4-BE49-F238E27FC236}">
                <a16:creationId xmlns:a16="http://schemas.microsoft.com/office/drawing/2014/main" id="{A450DEED-A6E7-474D-95D7-70FD4670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05  实际输出（回到同一台 ROROLEE-Basic）</a:t>
            </a:r>
          </a:p>
        </p:txBody>
      </p:sp>
      <p:sp>
        <p:nvSpPr>
          <p:cNvPr id="90" name="output-col-a-85">
            <a:extLst xmlns:a="http://schemas.openxmlformats.org/drawingml/2006/main">
              <a:ext uri="{FF2B5EF4-FFF2-40B4-BE49-F238E27FC236}">
                <a16:creationId xmlns:a16="http://schemas.microsoft.com/office/drawing/2014/main" id="{EC11A428-FD5D-4B79-8A48-DD585B2C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2114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声音｜ES8311 播放 16 kHz PCM TTS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屏幕｜SH8501 显示 11 状态表情</a:t>
            </a:r>
          </a:p>
        </p:txBody>
      </p:sp>
      <p:sp>
        <p:nvSpPr>
          <p:cNvPr id="91" name="output-col-b-86">
            <a:extLst xmlns:a="http://schemas.openxmlformats.org/drawingml/2006/main">
              <a:ext uri="{FF2B5EF4-FFF2-40B4-BE49-F238E27FC236}">
                <a16:creationId xmlns:a16="http://schemas.microsoft.com/office/drawing/2014/main" id="{C25EE3DE-BE98-4713-86C1-96260702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387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触觉｜连接 / 上传 / 错误 / 提醒模式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后续｜SQLite 保存；Scheduler 到点触发</a:t>
            </a:r>
          </a:p>
        </p:txBody>
      </p:sp>
      <p:sp>
        <p:nvSpPr>
          <p:cNvPr id="92" name="mapping-title-87">
            <a:extLst xmlns:a="http://schemas.openxmlformats.org/drawingml/2006/main">
              <a:ext uri="{FF2B5EF4-FFF2-40B4-BE49-F238E27FC236}">
                <a16:creationId xmlns:a16="http://schemas.microsoft.com/office/drawing/2014/main" id="{04C7A6BF-1DE9-4A56-BC2D-49A5990B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768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关键硬件能力映射：Agent / Tool → SDK → 设备动作</a:t>
            </a:r>
          </a:p>
        </p:txBody>
      </p:sp>
      <p:sp>
        <p:nvSpPr>
          <p:cNvPr id="93" name="map-h1-88">
            <a:extLst xmlns:a="http://schemas.openxmlformats.org/drawingml/2006/main">
              <a:ext uri="{FF2B5EF4-FFF2-40B4-BE49-F238E27FC236}">
                <a16:creationId xmlns:a16="http://schemas.microsoft.com/office/drawing/2014/main" id="{9F3FA9D4-E2C5-4922-9A65-85E311CC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162550"/>
            <a:ext cx="1419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Agent / Tool 决策</a:t>
            </a:r>
          </a:p>
        </p:txBody>
      </p:sp>
      <p:sp>
        <p:nvSpPr>
          <p:cNvPr id="94" name="map-h2-89">
            <a:extLst xmlns:a="http://schemas.openxmlformats.org/drawingml/2006/main">
              <a:ext uri="{FF2B5EF4-FFF2-40B4-BE49-F238E27FC236}">
                <a16:creationId xmlns:a16="http://schemas.microsoft.com/office/drawing/2014/main" id="{B1D6C009-D684-4C47-8482-DB5A7C5A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62550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SDK / 链路</a:t>
            </a:r>
          </a:p>
        </p:txBody>
      </p:sp>
      <p:sp>
        <p:nvSpPr>
          <p:cNvPr id="95" name="map-h3-90">
            <a:extLst xmlns:a="http://schemas.openxmlformats.org/drawingml/2006/main">
              <a:ext uri="{FF2B5EF4-FFF2-40B4-BE49-F238E27FC236}">
                <a16:creationId xmlns:a16="http://schemas.microsoft.com/office/drawing/2014/main" id="{20E0AA32-5DAF-4FED-92C3-0CAA9E17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6255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具体设备动作</a:t>
            </a:r>
          </a:p>
        </p:txBody>
      </p:sp>
      <p:sp>
        <p:nvSpPr>
          <p:cNvPr id="96" name="map-rule-1-91">
            <a:extLst xmlns:a="http://schemas.openxmlformats.org/drawingml/2006/main">
              <a:ext uri="{FF2B5EF4-FFF2-40B4-BE49-F238E27FC236}">
                <a16:creationId xmlns:a16="http://schemas.microsoft.com/office/drawing/2014/main" id="{F2759FC2-F0E7-4350-A313-43EF490A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391150"/>
            <a:ext cx="611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7" name="map-r1c1-92">
            <a:extLst xmlns:a="http://schemas.openxmlformats.org/drawingml/2006/main">
              <a:ext uri="{FF2B5EF4-FFF2-40B4-BE49-F238E27FC236}">
                <a16:creationId xmlns:a16="http://schemas.microsoft.com/office/drawing/2014/main" id="{109DE945-73E7-43A1-ABDE-CAD8DDDA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10200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回答 / TTS</a:t>
            </a:r>
          </a:p>
        </p:txBody>
      </p:sp>
      <p:sp>
        <p:nvSpPr>
          <p:cNvPr id="98" name="map-r1c2-93">
            <a:extLst xmlns:a="http://schemas.openxmlformats.org/drawingml/2006/main">
              <a:ext uri="{FF2B5EF4-FFF2-40B4-BE49-F238E27FC236}">
                <a16:creationId xmlns:a16="http://schemas.microsoft.com/office/drawing/2014/main" id="{995334E5-005E-4E0B-B6B7-0D4BBB56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410200"/>
            <a:ext cx="2466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App → L2CAP → on_audio_out</a:t>
            </a:r>
          </a:p>
        </p:txBody>
      </p:sp>
      <p:sp>
        <p:nvSpPr>
          <p:cNvPr id="99" name="map-r1c3-94">
            <a:extLst xmlns:a="http://schemas.openxmlformats.org/drawingml/2006/main">
              <a:ext uri="{FF2B5EF4-FFF2-40B4-BE49-F238E27FC236}">
                <a16:creationId xmlns:a16="http://schemas.microsoft.com/office/drawing/2014/main" id="{397111E2-DAF8-4E35-989A-432B1AA2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102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ES8311 播放 + Speaking 表情</a:t>
            </a:r>
          </a:p>
        </p:txBody>
      </p:sp>
      <p:sp>
        <p:nvSpPr>
          <p:cNvPr id="100" name="map-r2c1-95">
            <a:extLst xmlns:a="http://schemas.openxmlformats.org/drawingml/2006/main">
              <a:ext uri="{FF2B5EF4-FFF2-40B4-BE49-F238E27FC236}">
                <a16:creationId xmlns:a16="http://schemas.microsoft.com/office/drawing/2014/main" id="{7235CCD6-53E8-4288-A983-E5E7BEFE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695950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Scheduler 到点</a:t>
            </a:r>
          </a:p>
        </p:txBody>
      </p:sp>
      <p:sp>
        <p:nvSpPr>
          <p:cNvPr id="101" name="map-r2c2-96">
            <a:extLst xmlns:a="http://schemas.openxmlformats.org/drawingml/2006/main">
              <a:ext uri="{FF2B5EF4-FFF2-40B4-BE49-F238E27FC236}">
                <a16:creationId xmlns:a16="http://schemas.microsoft.com/office/drawing/2014/main" id="{D0AE5BAD-268F-405A-919B-F0839110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95950"/>
            <a:ext cx="2466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pusher → MQTT / App → BLE</a:t>
            </a:r>
          </a:p>
        </p:txBody>
      </p:sp>
      <p:sp>
        <p:nvSpPr>
          <p:cNvPr id="102" name="map-r2c3-97">
            <a:extLst xmlns:a="http://schemas.openxmlformats.org/drawingml/2006/main">
              <a:ext uri="{FF2B5EF4-FFF2-40B4-BE49-F238E27FC236}">
                <a16:creationId xmlns:a16="http://schemas.microsoft.com/office/drawing/2014/main" id="{F13D59CC-AF37-49A6-A440-5F15DF7C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959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TTS；0x70 → Reminder + 振动*</a:t>
            </a:r>
          </a:p>
        </p:txBody>
      </p:sp>
      <p:sp>
        <p:nvSpPr>
          <p:cNvPr id="103" name="map-r3c1-98">
            <a:extLst xmlns:a="http://schemas.openxmlformats.org/drawingml/2006/main">
              <a:ext uri="{FF2B5EF4-FFF2-40B4-BE49-F238E27FC236}">
                <a16:creationId xmlns:a16="http://schemas.microsoft.com/office/drawing/2014/main" id="{19559B6D-A453-451D-872D-EAE84C55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981700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调节音量</a:t>
            </a:r>
          </a:p>
        </p:txBody>
      </p:sp>
      <p:sp>
        <p:nvSpPr>
          <p:cNvPr id="104" name="map-r3c2-99">
            <a:extLst xmlns:a="http://schemas.openxmlformats.org/drawingml/2006/main">
              <a:ext uri="{FF2B5EF4-FFF2-40B4-BE49-F238E27FC236}">
                <a16:creationId xmlns:a16="http://schemas.microsoft.com/office/drawing/2014/main" id="{23C0AA1D-C9B5-4AF6-8A55-0FD60FED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981700"/>
            <a:ext cx="2466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0x70 on_custom</a:t>
            </a:r>
          </a:p>
        </p:txBody>
      </p:sp>
      <p:sp>
        <p:nvSpPr>
          <p:cNvPr id="105" name="map-r3c3-100">
            <a:extLst xmlns:a="http://schemas.openxmlformats.org/drawingml/2006/main">
              <a:ext uri="{FF2B5EF4-FFF2-40B4-BE49-F238E27FC236}">
                <a16:creationId xmlns:a16="http://schemas.microsoft.com/office/drawing/2014/main" id="{042A1BEF-3DC2-4B88-9026-19234C43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817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SetVolumePercent → ES8311</a:t>
            </a:r>
          </a:p>
        </p:txBody>
      </p:sp>
      <p:sp>
        <p:nvSpPr>
          <p:cNvPr id="106" name="caveat-101">
            <a:extLst xmlns:a="http://schemas.openxmlformats.org/drawingml/2006/main">
              <a:ext uri="{FF2B5EF4-FFF2-40B4-BE49-F238E27FC236}">
                <a16:creationId xmlns:a16="http://schemas.microsoft.com/office/drawing/2014/main" id="{06B38571-3BEA-46A7-A77B-41BBF1B0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* 当前 AMOLED 输出为表情动画，ShowText 仅写日志；BOOT 语音上行已实现但真机全链路待验；结构化 reminder 的 App 转发待验，普通文本/TTS 为可靠兜底。</a:t>
            </a:r>
          </a:p>
        </p:txBody>
      </p:sp>
    </p:spTree>
    <p:extLst>
      <p:ext uri="{BB962C8B-B14F-4D97-AF65-F5344CB8AC3E}">
        <p14:creationId xmlns:p14="http://schemas.microsoft.com/office/powerpoint/2010/main" val="13419324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2026-08-28T04:00:07.5460000Z</dcterms:created>
  <dcterms:modified xsi:type="dcterms:W3CDTF">2026-08-28T04:00:07.5460000Z</dcterms:modified>
</coreProperties>
</file>